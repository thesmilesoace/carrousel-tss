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 au fil des cycles, la dent peut devoir être dévitalisée, voire extraite.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2026-08-02T15:27:43Z</dcterms:created>
  <dcterms:modified xsi:type="dcterms:W3CDTF">2026-08-02T15:27:43Z</dcterms:modified>
</cp:coreProperties>
</file>