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8229600" cy="10287000"/>
  <p:notesSz cx="10287000" cy="82296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 Turkey teeth » consistent à limer des dents saines pour poser des couronnes. Ce que la vidéo ne montre pas, c'est le prix biologique : préparer une couronne retire souvent 60 à 70 % de la dent visible (1 à 2 mm sur tout le pourtour), et l'émail ne se régénère jamais. La dent reste vivante dessous, mais fragilisée — près d'une dent couronnée sur dix devra être dévitalisée dans les années qui suivent, un risque plus élevé chez les patients jeunes dont la pulpe est plus volumineuse. Une couronne dure en moyenne 10 à 15 ans : posée jeune, elle impose des réfections successives, chacune retirant encore de la structure. L'orthodontie, elle, déplace la dent sans toucher à l'émail. Une couronne garde toute sa valeur sur une dent déjà très abîmée — mais aucune ne vaut une dent saine.
Dis-nous en commentaire ce que tu choisirais — et écris COURONNES si tu veux qu'on t'explique l'alternative adaptée à ton cas.
📍 The Smile Space — Orthodontie · Dr. Linos Tsague
Soignies : 23 boulevard Roosevelt, 7060 Soignies · 065 38 01 55 · contact@thesmilespace.be
Mons : 2A rue des Archers, 7000 Mons · 065 14 30 16 · mons@thesmilespace.be
#orthodontie #turkeyteeth #couronnesdentaires #capitaldentaire #TheSmileSpace #soignies #mons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F1"/>
        </a:solidFill>
      </p:bgPr>
    </p:bg>
    <p:spTree>
      <p:nvGrpSpPr>
        <p:cNvPr id="1" name=""/>
        <p:cNvGrpSpPr/>
        <p:nvPr/>
      </p:nvGrpSpPr>
      <p:grpSpPr>
        <a:xfrm>
          <a:off x="0" y="0"/>
          <a:ext cx="0" cy="0"/>
          <a:chOff x="0" y="0"/>
          <a:chExt cx="0" cy="0"/>
        </a:xfrm>
      </p:grpSpPr>
      <p:pic>
        <p:nvPicPr>
          <p:cNvPr id="2" name="Image 0" descr="sortie/S1/01.png">    </p:cNvPr>
          <p:cNvPicPr>
            <a:picLocks noChangeAspect="1"/>
          </p:cNvPicPr>
          <p:nvPr/>
        </p:nvPicPr>
        <p:blipFill>
          <a:blip r:embed="rId1"/>
          <a:stretch>
            <a:fillRect/>
          </a:stretch>
        </p:blipFill>
        <p:spPr>
          <a:xfrm>
            <a:off x="0" y="0"/>
            <a:ext cx="8229600"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1"/>
        </a:solidFill>
      </p:bgPr>
    </p:bg>
    <p:spTree>
      <p:nvGrpSpPr>
        <p:cNvPr id="1" name=""/>
        <p:cNvGrpSpPr/>
        <p:nvPr/>
      </p:nvGrpSpPr>
      <p:grpSpPr>
        <a:xfrm>
          <a:off x="0" y="0"/>
          <a:ext cx="0" cy="0"/>
          <a:chOff x="0" y="0"/>
          <a:chExt cx="0" cy="0"/>
        </a:xfrm>
      </p:grpSpPr>
      <p:pic>
        <p:nvPicPr>
          <p:cNvPr id="2" name="Image 0" descr="sortie/S1/02.png">    </p:cNvPr>
          <p:cNvPicPr>
            <a:picLocks noChangeAspect="1"/>
          </p:cNvPicPr>
          <p:nvPr/>
        </p:nvPicPr>
        <p:blipFill>
          <a:blip r:embed="rId1"/>
          <a:stretch>
            <a:fillRect/>
          </a:stretch>
        </p:blipFill>
        <p:spPr>
          <a:xfrm>
            <a:off x="0" y="0"/>
            <a:ext cx="8229600" cy="10287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1"/>
        </a:solidFill>
      </p:bgPr>
    </p:bg>
    <p:spTree>
      <p:nvGrpSpPr>
        <p:cNvPr id="1" name=""/>
        <p:cNvGrpSpPr/>
        <p:nvPr/>
      </p:nvGrpSpPr>
      <p:grpSpPr>
        <a:xfrm>
          <a:off x="0" y="0"/>
          <a:ext cx="0" cy="0"/>
          <a:chOff x="0" y="0"/>
          <a:chExt cx="0" cy="0"/>
        </a:xfrm>
      </p:grpSpPr>
      <p:pic>
        <p:nvPicPr>
          <p:cNvPr id="2" name="Image 0" descr="sortie/S1/03.png">    </p:cNvPr>
          <p:cNvPicPr>
            <a:picLocks noChangeAspect="1"/>
          </p:cNvPicPr>
          <p:nvPr/>
        </p:nvPicPr>
        <p:blipFill>
          <a:blip r:embed="rId1"/>
          <a:stretch>
            <a:fillRect/>
          </a:stretch>
        </p:blipFill>
        <p:spPr>
          <a:xfrm>
            <a:off x="0" y="0"/>
            <a:ext cx="8229600" cy="10287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1"/>
        </a:solidFill>
      </p:bgPr>
    </p:bg>
    <p:spTree>
      <p:nvGrpSpPr>
        <p:cNvPr id="1" name=""/>
        <p:cNvGrpSpPr/>
        <p:nvPr/>
      </p:nvGrpSpPr>
      <p:grpSpPr>
        <a:xfrm>
          <a:off x="0" y="0"/>
          <a:ext cx="0" cy="0"/>
          <a:chOff x="0" y="0"/>
          <a:chExt cx="0" cy="0"/>
        </a:xfrm>
      </p:grpSpPr>
      <p:pic>
        <p:nvPicPr>
          <p:cNvPr id="2" name="Image 0" descr="sortie/S1/04.png">    </p:cNvPr>
          <p:cNvPicPr>
            <a:picLocks noChangeAspect="1"/>
          </p:cNvPicPr>
          <p:nvPr/>
        </p:nvPicPr>
        <p:blipFill>
          <a:blip r:embed="rId1"/>
          <a:stretch>
            <a:fillRect/>
          </a:stretch>
        </p:blipFill>
        <p:spPr>
          <a:xfrm>
            <a:off x="0" y="0"/>
            <a:ext cx="8229600" cy="10287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1"/>
        </a:solidFill>
      </p:bgPr>
    </p:bg>
    <p:spTree>
      <p:nvGrpSpPr>
        <p:cNvPr id="1" name=""/>
        <p:cNvGrpSpPr/>
        <p:nvPr/>
      </p:nvGrpSpPr>
      <p:grpSpPr>
        <a:xfrm>
          <a:off x="0" y="0"/>
          <a:ext cx="0" cy="0"/>
          <a:chOff x="0" y="0"/>
          <a:chExt cx="0" cy="0"/>
        </a:xfrm>
      </p:grpSpPr>
      <p:pic>
        <p:nvPicPr>
          <p:cNvPr id="2" name="Image 0" descr="sortie/S1/05.png">    </p:cNvPr>
          <p:cNvPicPr>
            <a:picLocks noChangeAspect="1"/>
          </p:cNvPicPr>
          <p:nvPr/>
        </p:nvPicPr>
        <p:blipFill>
          <a:blip r:embed="rId1"/>
          <a:stretch>
            <a:fillRect/>
          </a:stretch>
        </p:blipFill>
        <p:spPr>
          <a:xfrm>
            <a:off x="0" y="0"/>
            <a:ext cx="8229600" cy="10287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1"/>
        </a:solidFill>
      </p:bgPr>
    </p:bg>
    <p:spTree>
      <p:nvGrpSpPr>
        <p:cNvPr id="1" name=""/>
        <p:cNvGrpSpPr/>
        <p:nvPr/>
      </p:nvGrpSpPr>
      <p:grpSpPr>
        <a:xfrm>
          <a:off x="0" y="0"/>
          <a:ext cx="0" cy="0"/>
          <a:chOff x="0" y="0"/>
          <a:chExt cx="0" cy="0"/>
        </a:xfrm>
      </p:grpSpPr>
      <p:pic>
        <p:nvPicPr>
          <p:cNvPr id="2" name="Image 0" descr="sortie/S1/06.png">    </p:cNvPr>
          <p:cNvPicPr>
            <a:picLocks noChangeAspect="1"/>
          </p:cNvPicPr>
          <p:nvPr/>
        </p:nvPicPr>
        <p:blipFill>
          <a:blip r:embed="rId1"/>
          <a:stretch>
            <a:fillRect/>
          </a:stretch>
        </p:blipFill>
        <p:spPr>
          <a:xfrm>
            <a:off x="0" y="0"/>
            <a:ext cx="8229600" cy="10287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1"/>
        </a:solidFill>
      </p:bgPr>
    </p:bg>
    <p:spTree>
      <p:nvGrpSpPr>
        <p:cNvPr id="1" name=""/>
        <p:cNvGrpSpPr/>
        <p:nvPr/>
      </p:nvGrpSpPr>
      <p:grpSpPr>
        <a:xfrm>
          <a:off x="0" y="0"/>
          <a:ext cx="0" cy="0"/>
          <a:chOff x="0" y="0"/>
          <a:chExt cx="0" cy="0"/>
        </a:xfrm>
      </p:grpSpPr>
      <p:pic>
        <p:nvPicPr>
          <p:cNvPr id="2" name="Image 0" descr="sortie/S1/07.png">    </p:cNvPr>
          <p:cNvPicPr>
            <a:picLocks noChangeAspect="1"/>
          </p:cNvPicPr>
          <p:nvPr/>
        </p:nvPicPr>
        <p:blipFill>
          <a:blip r:embed="rId1"/>
          <a:stretch>
            <a:fillRect/>
          </a:stretch>
        </p:blipFill>
        <p:spPr>
          <a:xfrm>
            <a:off x="0" y="0"/>
            <a:ext cx="8229600" cy="10287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1"/>
        </a:solidFill>
      </p:bgPr>
    </p:bg>
    <p:spTree>
      <p:nvGrpSpPr>
        <p:cNvPr id="1" name=""/>
        <p:cNvGrpSpPr/>
        <p:nvPr/>
      </p:nvGrpSpPr>
      <p:grpSpPr>
        <a:xfrm>
          <a:off x="0" y="0"/>
          <a:ext cx="0" cy="0"/>
          <a:chOff x="0" y="0"/>
          <a:chExt cx="0" cy="0"/>
        </a:xfrm>
      </p:grpSpPr>
      <p:pic>
        <p:nvPicPr>
          <p:cNvPr id="2" name="Image 0" descr="sortie/S1/08.png">    </p:cNvPr>
          <p:cNvPicPr>
            <a:picLocks noChangeAspect="1"/>
          </p:cNvPicPr>
          <p:nvPr/>
        </p:nvPicPr>
        <p:blipFill>
          <a:blip r:embed="rId1"/>
          <a:stretch>
            <a:fillRect/>
          </a:stretch>
        </p:blipFill>
        <p:spPr>
          <a:xfrm>
            <a:off x="0" y="0"/>
            <a:ext cx="82296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Turkey Teeth — The Smile Space</dc:title>
  <dc:subject>PptxGenJS Presentation</dc:subject>
  <dc:creator>PptxGenJS</dc:creator>
  <cp:lastModifiedBy>PptxGenJS</cp:lastModifiedBy>
  <cp:revision>1</cp:revision>
  <dcterms:created xsi:type="dcterms:W3CDTF">2026-08-02T14:02:40Z</dcterms:created>
  <dcterms:modified xsi:type="dcterms:W3CDTF">2026-08-02T14:02:40Z</dcterms:modified>
</cp:coreProperties>
</file>