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Carrousel S1 - Turkey Teeth (TSS-ORTHO-021)
Légende Instagram :
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723"/>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A2723"/>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A2723"/>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A2723"/>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A2723"/>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A2723"/>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A2723"/>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A2723"/>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(S1)</dc:title>
  <dc:subject>PptxGenJS Presentation</dc:subject>
  <dc:creator>The Smile Space</dc:creator>
  <cp:lastModifiedBy>The Smile Space</cp:lastModifiedBy>
  <cp:revision>1</cp:revision>
  <dcterms:created xsi:type="dcterms:W3CDTF">2026-08-02T12:59:31Z</dcterms:created>
  <dcterms:modified xsi:type="dcterms:W3CDTF">2026-08-02T12:59:31Z</dcterms:modified>
</cp:coreProperties>
</file>