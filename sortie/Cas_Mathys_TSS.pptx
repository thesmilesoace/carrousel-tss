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[CARTON — ÉNERGIE : rassurer, socle solide + première étincelle.]
Premier patient. Un enfant en denture mixte. Le cas le plus simple en apparence — et pourtant il pose déjà toute la logique des 90 minutes. Dispositif : MARPE avec deux vis de distalisation (expansion + recul des quadrants I et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1 — Patient. Laisser parler les images, ne pas réciter la fiche. Poser une note humaine : c'est un enfant, on agit tôt, au bon moment.]
Mathys, denture mixte, stade A-B d'Angelieri. Motif : [le sien]. Clinique : déficit transverse, encombrement, [Classe/fonction]. Radios : pano (germes), téléradio + mesures, occlusales, CBCT.
[Émotion : ne pas dérouler une fiche — raconter un enfant, à l'âge où tout se joue.]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[Documentation intra-orale — vues latérales et frontale.] Occlusion en intercuspidie : rapports transverses et sagittaux,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arcades maxillaire et mandibulaire.] Forme d'arcade, déficit transverse,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[CBCT — suture médio-palatine ouverte, stade A-B d'Angelieri.] Support de la décision d'expansion et de l'ancrage osseux.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[Téléradiographie de profil + analyse céphalométrique.] Rapports squelettiques et dentaires ; base des mesures.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[Points 2+3 — le plan (1er point) puis LA QUESTION. Ils réfléchissent. Formulation inclusive (Hermann : ne pas paraître moralisateur).]
D'abord le plan, un seul point : MARPE + 2 vis de distalisation. On garde le pourquoi.
« Comme Arnel vient de nous le montrer, l'enjeu des vis, c'est de vaincre la résistance du maxillaire. Alors la première idée à laquelle on pourrait TOUS penser, c'est : suture ouverte, stade A-B, aucune résistance… donc pas besoin de vis. [pause] Et pourtant, on en a mis. Si on regarde de plus près… pourquoi, à votre avis ? »
[Repli sans Arnel : « On sait tous que l'intérêt premier des vis, c'est de vaincre la résistance… » — Se caler avec Arnel : sujet + ordre.]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4+5 — la science + les avantages. Cœur pédagogique, prendre le temps.]
Chez le jeune, la suture cède ; le problème c'est l'ANCRAGE — les dents de lait ne tiennent pas. La vis remplace un ancrage défaillant.
Appuis : Wilmes (dispositif pour ancrage dentaire réduit, âge moyen 11,2 ans, PMID 21490997) ; moins de bascule chez le patient en croissance (méta ≤16 ans, 10.3390/app15158326) ; protection de l'os alvéolaire (Copello, 10.1111/ocr.12374) ; distalisation sur ancrage palatin (Mohamed, 10.2319/091717-624.1).
Avantages : expansion squelettique + recul Q1/Q2 sans compensation, avant éruption des 2es molaires.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 dispositif — montrer, expliquer brièvement. La quincaillerie (marque, moteur) va dans le remis / QR, pas ici.]
Vérin central d'expansion, deux vis de distalisation pour reculer les quadrants I et II, ancrage osseux paramédian. À cet âge, 7 mm suffisent.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[Interaction 2 — ils votent à main levée. Rappel de la leçon + le point T-zone.]
« Pour expandre ce palais à 12 ans, l'ancrage bicortical est-il indispensable ? » [vote]
RÉVÉLATION : « Non. La résistance est quasi nulle — la vis ancre, elle ne force pas. Et il y a mieux : à cet âge, si on est dans la T-zone, on n'a même pas besoin de guide ni d'ancrage bicortical. 7 mm suffisent. À 16 ans, là, on ira volontiers chercher le bicortical — mais ça, c'est le cas suivant… » [pont vers Antoine]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8 — LA distinction qu'Hermann trouvait floue. La marquer nettement, lentement, avec une pause entre les deux colonnes. Côté patient = émotion (sa vie) ; côté ortho = clinique (ta pratique).]
« Pour lui, dans sa vie : traité au bon moment, une phase en moins, il aborde son adolescence avec une bouche fonctionnelle, il respire et dort mieux. [temps] Pour nous : un ancrage fiable même quand la denture ne suit pas, un geste simple, reproductible — et on repense la fenêtre d'intervention de toute une génération.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CHUTE — marquer une coupure de voix avant (« Et si je devais résumer tout ça en une phrase… »), plus posée, plus large. Lance le cas suivant.]
« Chez l'adulte, la vis vainc l'os. Chez l'enfant, elle ne vainc rien : elle ANCRE. Même outil, deux missions. Et c'est toute l'histoire des quatre-vingt-dix minutes qui viennent.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1 · Mathys</dc:title>
  <dc:subject>PptxGenJS Presentation</dc:subject>
  <dc:creator>PptxGenJS</dc:creator>
  <cp:lastModifiedBy>PptxGenJS</cp:lastModifiedBy>
  <cp:revision>1</cp:revision>
  <dcterms:created xsi:type="dcterms:W3CDTF">2026-09-05T09:13:21Z</dcterms:created>
  <dcterms:modified xsi:type="dcterms:W3CDTF">2026-09-05T09:13:21Z</dcterms:modified>
</cp:coreProperties>
</file>