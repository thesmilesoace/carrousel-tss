
<file path=[Content_Types].xml><?xml version="1.0" encoding="utf-8"?>
<Types xmlns="http://schemas.openxmlformats.org/package/2006/content-types"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4" r:id="rId2"/>
    <p:sldId id="257" r:id="rId3"/>
    <p:sldId id="258" r:id="rId4"/>
    <p:sldId id="259" r:id="rId5"/>
    <p:sldId id="260" r:id="rId6"/>
    <p:sldId id="261" r:id="rId7"/>
    <p:sldId id="281" r:id="rId8"/>
    <p:sldId id="275" r:id="rId9"/>
    <p:sldId id="276" r:id="rId10"/>
    <p:sldId id="264" r:id="rId11"/>
    <p:sldId id="271" r:id="rId12"/>
    <p:sldId id="265" r:id="rId13"/>
    <p:sldId id="277" r:id="rId14"/>
    <p:sldId id="266" r:id="rId15"/>
    <p:sldId id="273" r:id="rId16"/>
    <p:sldId id="283" r:id="rId17"/>
    <p:sldId id="269" r:id="rId18"/>
    <p:sldId id="28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0643B-F52C-4E3B-AB64-62F28108C3E5}" v="1" dt="2026-09-05T19:42:05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33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os Tsague" userId="a73c678b-71a2-4012-808b-15a477686bb0" providerId="ADAL" clId="{3C493BA8-B876-495B-AF8A-B835B062FB1C}"/>
    <pc:docChg chg="undo custSel addSld delSld modSld">
      <pc:chgData name="Linos Tsague" userId="a73c678b-71a2-4012-808b-15a477686bb0" providerId="ADAL" clId="{3C493BA8-B876-495B-AF8A-B835B062FB1C}" dt="2026-09-05T20:54:59.223" v="730" actId="732"/>
      <pc:docMkLst>
        <pc:docMk/>
      </pc:docMkLst>
      <pc:sldChg chg="del">
        <pc:chgData name="Linos Tsague" userId="a73c678b-71a2-4012-808b-15a477686bb0" providerId="ADAL" clId="{3C493BA8-B876-495B-AF8A-B835B062FB1C}" dt="2026-09-05T19:59:52.470" v="40"/>
        <pc:sldMkLst>
          <pc:docMk/>
          <pc:sldMk cId="0" sldId="256"/>
        </pc:sldMkLst>
      </pc:sldChg>
      <pc:sldChg chg="addSp delSp modSp mod">
        <pc:chgData name="Linos Tsague" userId="a73c678b-71a2-4012-808b-15a477686bb0" providerId="ADAL" clId="{3C493BA8-B876-495B-AF8A-B835B062FB1C}" dt="2026-09-05T20:10:04.395" v="597"/>
        <pc:sldMkLst>
          <pc:docMk/>
          <pc:sldMk cId="0" sldId="257"/>
        </pc:sldMkLst>
        <pc:spChg chg="add del mod">
          <ac:chgData name="Linos Tsague" userId="a73c678b-71a2-4012-808b-15a477686bb0" providerId="ADAL" clId="{3C493BA8-B876-495B-AF8A-B835B062FB1C}" dt="2026-09-05T20:10:04.395" v="597"/>
          <ac:spMkLst>
            <pc:docMk/>
            <pc:sldMk cId="0" sldId="257"/>
            <ac:spMk id="8" creationId="{EE27796C-9542-4BEC-A1BE-067C58D4C5DC}"/>
          </ac:spMkLst>
        </pc:spChg>
        <pc:spChg chg="add mod">
          <ac:chgData name="Linos Tsague" userId="a73c678b-71a2-4012-808b-15a477686bb0" providerId="ADAL" clId="{3C493BA8-B876-495B-AF8A-B835B062FB1C}" dt="2026-09-05T20:06:24.733" v="374"/>
          <ac:spMkLst>
            <pc:docMk/>
            <pc:sldMk cId="0" sldId="257"/>
            <ac:spMk id="9" creationId="{A14AAFC4-007A-4206-9361-6D8428B7CE78}"/>
          </ac:spMkLst>
        </pc:spChg>
        <pc:spChg chg="add mod">
          <ac:chgData name="Linos Tsague" userId="a73c678b-71a2-4012-808b-15a477686bb0" providerId="ADAL" clId="{3C493BA8-B876-495B-AF8A-B835B062FB1C}" dt="2026-09-05T20:06:24.733" v="379"/>
          <ac:spMkLst>
            <pc:docMk/>
            <pc:sldMk cId="0" sldId="257"/>
            <ac:spMk id="10" creationId="{83C78460-66FD-45E3-89FF-DD39182C05F9}"/>
          </ac:spMkLst>
        </pc:spChg>
      </pc:sldChg>
      <pc:sldChg chg="addSp modSp mod">
        <pc:chgData name="Linos Tsague" userId="a73c678b-71a2-4012-808b-15a477686bb0" providerId="ADAL" clId="{3C493BA8-B876-495B-AF8A-B835B062FB1C}" dt="2026-09-05T20:06:24.749" v="388"/>
        <pc:sldMkLst>
          <pc:docMk/>
          <pc:sldMk cId="0" sldId="258"/>
        </pc:sldMkLst>
        <pc:spChg chg="add mod">
          <ac:chgData name="Linos Tsague" userId="a73c678b-71a2-4012-808b-15a477686bb0" providerId="ADAL" clId="{3C493BA8-B876-495B-AF8A-B835B062FB1C}" dt="2026-09-05T20:06:24.747" v="383"/>
          <ac:spMkLst>
            <pc:docMk/>
            <pc:sldMk cId="0" sldId="258"/>
            <ac:spMk id="3" creationId="{E296818B-8571-4644-9A13-CB5769FAA135}"/>
          </ac:spMkLst>
        </pc:spChg>
        <pc:spChg chg="add mod">
          <ac:chgData name="Linos Tsague" userId="a73c678b-71a2-4012-808b-15a477686bb0" providerId="ADAL" clId="{3C493BA8-B876-495B-AF8A-B835B062FB1C}" dt="2026-09-05T20:06:24.749" v="388"/>
          <ac:spMkLst>
            <pc:docMk/>
            <pc:sldMk cId="0" sldId="258"/>
            <ac:spMk id="4" creationId="{7EB82001-048D-4C3C-AD0A-570A5EE9A088}"/>
          </ac:spMkLst>
        </pc:spChg>
      </pc:sldChg>
      <pc:sldChg chg="addSp modSp mod">
        <pc:chgData name="Linos Tsague" userId="a73c678b-71a2-4012-808b-15a477686bb0" providerId="ADAL" clId="{3C493BA8-B876-495B-AF8A-B835B062FB1C}" dt="2026-09-05T20:06:24.751" v="397"/>
        <pc:sldMkLst>
          <pc:docMk/>
          <pc:sldMk cId="0" sldId="259"/>
        </pc:sldMkLst>
        <pc:spChg chg="add mod">
          <ac:chgData name="Linos Tsague" userId="a73c678b-71a2-4012-808b-15a477686bb0" providerId="ADAL" clId="{3C493BA8-B876-495B-AF8A-B835B062FB1C}" dt="2026-09-05T20:06:24.751" v="392"/>
          <ac:spMkLst>
            <pc:docMk/>
            <pc:sldMk cId="0" sldId="259"/>
            <ac:spMk id="3" creationId="{80BE07E4-15B5-4594-B121-A890EB2644B9}"/>
          </ac:spMkLst>
        </pc:spChg>
        <pc:spChg chg="add mod">
          <ac:chgData name="Linos Tsague" userId="a73c678b-71a2-4012-808b-15a477686bb0" providerId="ADAL" clId="{3C493BA8-B876-495B-AF8A-B835B062FB1C}" dt="2026-09-05T20:06:24.751" v="397"/>
          <ac:spMkLst>
            <pc:docMk/>
            <pc:sldMk cId="0" sldId="259"/>
            <ac:spMk id="4" creationId="{AA8DB4B5-3989-4F78-8149-22B133AB6926}"/>
          </ac:spMkLst>
        </pc:spChg>
      </pc:sldChg>
      <pc:sldChg chg="addSp modSp mod">
        <pc:chgData name="Linos Tsague" userId="a73c678b-71a2-4012-808b-15a477686bb0" providerId="ADAL" clId="{3C493BA8-B876-495B-AF8A-B835B062FB1C}" dt="2026-09-05T20:06:24.751" v="406"/>
        <pc:sldMkLst>
          <pc:docMk/>
          <pc:sldMk cId="0" sldId="260"/>
        </pc:sldMkLst>
        <pc:spChg chg="add mod">
          <ac:chgData name="Linos Tsague" userId="a73c678b-71a2-4012-808b-15a477686bb0" providerId="ADAL" clId="{3C493BA8-B876-495B-AF8A-B835B062FB1C}" dt="2026-09-05T20:06:24.751" v="401"/>
          <ac:spMkLst>
            <pc:docMk/>
            <pc:sldMk cId="0" sldId="260"/>
            <ac:spMk id="5" creationId="{B4E70B20-0758-4144-AF81-ABF11A9BD074}"/>
          </ac:spMkLst>
        </pc:spChg>
        <pc:spChg chg="add mod">
          <ac:chgData name="Linos Tsague" userId="a73c678b-71a2-4012-808b-15a477686bb0" providerId="ADAL" clId="{3C493BA8-B876-495B-AF8A-B835B062FB1C}" dt="2026-09-05T20:06:24.751" v="406"/>
          <ac:spMkLst>
            <pc:docMk/>
            <pc:sldMk cId="0" sldId="260"/>
            <ac:spMk id="6" creationId="{ECBA31E6-4684-40E8-B451-780D038C6DD1}"/>
          </ac:spMkLst>
        </pc:spChg>
      </pc:sldChg>
      <pc:sldChg chg="addSp modSp mod">
        <pc:chgData name="Linos Tsague" userId="a73c678b-71a2-4012-808b-15a477686bb0" providerId="ADAL" clId="{3C493BA8-B876-495B-AF8A-B835B062FB1C}" dt="2026-09-05T20:06:24.751" v="415"/>
        <pc:sldMkLst>
          <pc:docMk/>
          <pc:sldMk cId="0" sldId="261"/>
        </pc:sldMkLst>
        <pc:spChg chg="add mod">
          <ac:chgData name="Linos Tsague" userId="a73c678b-71a2-4012-808b-15a477686bb0" providerId="ADAL" clId="{3C493BA8-B876-495B-AF8A-B835B062FB1C}" dt="2026-09-05T20:06:24.751" v="410"/>
          <ac:spMkLst>
            <pc:docMk/>
            <pc:sldMk cId="0" sldId="261"/>
            <ac:spMk id="6" creationId="{6FC50C85-6C7D-4402-8A5B-C43AC2CBB6B7}"/>
          </ac:spMkLst>
        </pc:spChg>
        <pc:spChg chg="add mod">
          <ac:chgData name="Linos Tsague" userId="a73c678b-71a2-4012-808b-15a477686bb0" providerId="ADAL" clId="{3C493BA8-B876-495B-AF8A-B835B062FB1C}" dt="2026-09-05T20:06:24.751" v="415"/>
          <ac:spMkLst>
            <pc:docMk/>
            <pc:sldMk cId="0" sldId="261"/>
            <ac:spMk id="7" creationId="{C7957196-9E15-4D9A-9EA6-C1FE51622C8D}"/>
          </ac:spMkLst>
        </pc:spChg>
      </pc:sldChg>
      <pc:sldChg chg="addSp modSp del mod">
        <pc:chgData name="Linos Tsague" userId="a73c678b-71a2-4012-808b-15a477686bb0" providerId="ADAL" clId="{3C493BA8-B876-495B-AF8A-B835B062FB1C}" dt="2026-09-05T20:03:34.150" v="135"/>
        <pc:sldMkLst>
          <pc:docMk/>
          <pc:sldMk cId="0" sldId="262"/>
        </pc:sldMkLst>
        <pc:spChg chg="ord">
          <ac:chgData name="Linos Tsague" userId="a73c678b-71a2-4012-808b-15a477686bb0" providerId="ADAL" clId="{3C493BA8-B876-495B-AF8A-B835B062FB1C}" dt="2026-09-05T19:57:21.322" v="14"/>
          <ac:spMkLst>
            <pc:docMk/>
            <pc:sldMk cId="0" sldId="262"/>
            <ac:spMk id="4" creationId="{00000000-0000-0000-0000-000000000000}"/>
          </ac:spMkLst>
        </pc:spChg>
        <pc:spChg chg="ord">
          <ac:chgData name="Linos Tsague" userId="a73c678b-71a2-4012-808b-15a477686bb0" providerId="ADAL" clId="{3C493BA8-B876-495B-AF8A-B835B062FB1C}" dt="2026-09-05T19:57:21.322" v="15"/>
          <ac:spMkLst>
            <pc:docMk/>
            <pc:sldMk cId="0" sldId="262"/>
            <ac:spMk id="5" creationId="{00000000-0000-0000-0000-000000000000}"/>
          </ac:spMkLst>
        </pc:spChg>
        <pc:spChg chg="add mod">
          <ac:chgData name="Linos Tsague" userId="a73c678b-71a2-4012-808b-15a477686bb0" providerId="ADAL" clId="{3C493BA8-B876-495B-AF8A-B835B062FB1C}" dt="2026-09-05T20:02:57.986" v="125"/>
          <ac:spMkLst>
            <pc:docMk/>
            <pc:sldMk cId="0" sldId="262"/>
            <ac:spMk id="6" creationId="{FFCB3311-9255-4F2F-BA20-9348528C86F4}"/>
          </ac:spMkLst>
        </pc:spChg>
        <pc:spChg chg="add mod">
          <ac:chgData name="Linos Tsague" userId="a73c678b-71a2-4012-808b-15a477686bb0" providerId="ADAL" clId="{3C493BA8-B876-495B-AF8A-B835B062FB1C}" dt="2026-09-05T20:02:57.988" v="129"/>
          <ac:spMkLst>
            <pc:docMk/>
            <pc:sldMk cId="0" sldId="262"/>
            <ac:spMk id="8" creationId="{72ED9449-3445-48FB-B64F-A4C37884EBCC}"/>
          </ac:spMkLst>
        </pc:spChg>
        <pc:spChg chg="add mod">
          <ac:chgData name="Linos Tsague" userId="a73c678b-71a2-4012-808b-15a477686bb0" providerId="ADAL" clId="{3C493BA8-B876-495B-AF8A-B835B062FB1C}" dt="2026-09-05T20:02:57.988" v="133"/>
          <ac:spMkLst>
            <pc:docMk/>
            <pc:sldMk cId="0" sldId="262"/>
            <ac:spMk id="9" creationId="{28A721C5-C9AF-4B29-B3B3-664B6F5F888F}"/>
          </ac:spMkLst>
        </pc:spChg>
        <pc:picChg chg="mod">
          <ac:chgData name="Linos Tsague" userId="a73c678b-71a2-4012-808b-15a477686bb0" providerId="ADAL" clId="{3C493BA8-B876-495B-AF8A-B835B062FB1C}" dt="2026-09-05T19:57:21.322" v="13"/>
          <ac:picMkLst>
            <pc:docMk/>
            <pc:sldMk cId="0" sldId="262"/>
            <ac:picMk id="7" creationId="{BB16B902-4F4D-3F81-C1F2-D84FD632B9F6}"/>
          </ac:picMkLst>
        </pc:picChg>
      </pc:sldChg>
      <pc:sldChg chg="modSp del mod">
        <pc:chgData name="Linos Tsague" userId="a73c678b-71a2-4012-808b-15a477686bb0" providerId="ADAL" clId="{3C493BA8-B876-495B-AF8A-B835B062FB1C}" dt="2026-09-05T19:59:54.899" v="42"/>
        <pc:sldMkLst>
          <pc:docMk/>
          <pc:sldMk cId="0" sldId="263"/>
        </pc:sldMkLst>
        <pc:spChg chg="mod">
          <ac:chgData name="Linos Tsague" userId="a73c678b-71a2-4012-808b-15a477686bb0" providerId="ADAL" clId="{3C493BA8-B876-495B-AF8A-B835B062FB1C}" dt="2026-09-05T19:57:21.374" v="31"/>
          <ac:spMkLst>
            <pc:docMk/>
            <pc:sldMk cId="0" sldId="263"/>
            <ac:spMk id="4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19:58:34.680" v="38"/>
          <ac:spMkLst>
            <pc:docMk/>
            <pc:sldMk cId="0" sldId="263"/>
            <ac:spMk id="9" creationId="{00000000-0000-0000-0000-000000000000}"/>
          </ac:spMkLst>
        </pc:spChg>
      </pc:sldChg>
      <pc:sldChg chg="addSp modSp mod">
        <pc:chgData name="Linos Tsague" userId="a73c678b-71a2-4012-808b-15a477686bb0" providerId="ADAL" clId="{3C493BA8-B876-495B-AF8A-B835B062FB1C}" dt="2026-09-05T20:06:24.766" v="451"/>
        <pc:sldMkLst>
          <pc:docMk/>
          <pc:sldMk cId="0" sldId="264"/>
        </pc:sldMkLst>
        <pc:spChg chg="add mod">
          <ac:chgData name="Linos Tsague" userId="a73c678b-71a2-4012-808b-15a477686bb0" providerId="ADAL" clId="{3C493BA8-B876-495B-AF8A-B835B062FB1C}" dt="2026-09-05T20:06:24.766" v="446"/>
          <ac:spMkLst>
            <pc:docMk/>
            <pc:sldMk cId="0" sldId="264"/>
            <ac:spMk id="8" creationId="{6ED2967C-9993-4BF8-9C44-993517FCE2C8}"/>
          </ac:spMkLst>
        </pc:spChg>
        <pc:spChg chg="add mod">
          <ac:chgData name="Linos Tsague" userId="a73c678b-71a2-4012-808b-15a477686bb0" providerId="ADAL" clId="{3C493BA8-B876-495B-AF8A-B835B062FB1C}" dt="2026-09-05T20:06:24.766" v="451"/>
          <ac:spMkLst>
            <pc:docMk/>
            <pc:sldMk cId="0" sldId="264"/>
            <ac:spMk id="10" creationId="{A28A0C56-13E6-4C4B-AD32-F91DCA0A5387}"/>
          </ac:spMkLst>
        </pc:spChg>
      </pc:sldChg>
      <pc:sldChg chg="addSp modSp mod">
        <pc:chgData name="Linos Tsague" userId="a73c678b-71a2-4012-808b-15a477686bb0" providerId="ADAL" clId="{3C493BA8-B876-495B-AF8A-B835B062FB1C}" dt="2026-09-05T20:06:24.766" v="469"/>
        <pc:sldMkLst>
          <pc:docMk/>
          <pc:sldMk cId="0" sldId="265"/>
        </pc:sldMkLst>
        <pc:spChg chg="add mod">
          <ac:chgData name="Linos Tsague" userId="a73c678b-71a2-4012-808b-15a477686bb0" providerId="ADAL" clId="{3C493BA8-B876-495B-AF8A-B835B062FB1C}" dt="2026-09-05T20:06:24.766" v="464"/>
          <ac:spMkLst>
            <pc:docMk/>
            <pc:sldMk cId="0" sldId="265"/>
            <ac:spMk id="3" creationId="{3EC754FE-B404-4513-BE07-B7778B35B525}"/>
          </ac:spMkLst>
        </pc:spChg>
        <pc:spChg chg="add mod">
          <ac:chgData name="Linos Tsague" userId="a73c678b-71a2-4012-808b-15a477686bb0" providerId="ADAL" clId="{3C493BA8-B876-495B-AF8A-B835B062FB1C}" dt="2026-09-05T20:06:24.766" v="469"/>
          <ac:spMkLst>
            <pc:docMk/>
            <pc:sldMk cId="0" sldId="265"/>
            <ac:spMk id="4" creationId="{65B1334F-E374-4C80-9161-6D8FA992D104}"/>
          </ac:spMkLst>
        </pc:spChg>
      </pc:sldChg>
      <pc:sldChg chg="addSp modSp mod">
        <pc:chgData name="Linos Tsague" userId="a73c678b-71a2-4012-808b-15a477686bb0" providerId="ADAL" clId="{3C493BA8-B876-495B-AF8A-B835B062FB1C}" dt="2026-09-05T20:19:24.072" v="655" actId="1076"/>
        <pc:sldMkLst>
          <pc:docMk/>
          <pc:sldMk cId="0" sldId="266"/>
        </pc:sldMkLst>
        <pc:spChg chg="add mod">
          <ac:chgData name="Linos Tsague" userId="a73c678b-71a2-4012-808b-15a477686bb0" providerId="ADAL" clId="{3C493BA8-B876-495B-AF8A-B835B062FB1C}" dt="2026-09-05T20:06:24.783" v="482"/>
          <ac:spMkLst>
            <pc:docMk/>
            <pc:sldMk cId="0" sldId="266"/>
            <ac:spMk id="4" creationId="{1554BD44-86AE-449F-B9D5-D16F2437CB86}"/>
          </ac:spMkLst>
        </pc:spChg>
        <pc:spChg chg="add mod">
          <ac:chgData name="Linos Tsague" userId="a73c678b-71a2-4012-808b-15a477686bb0" providerId="ADAL" clId="{3C493BA8-B876-495B-AF8A-B835B062FB1C}" dt="2026-09-05T20:06:24.785" v="487"/>
          <ac:spMkLst>
            <pc:docMk/>
            <pc:sldMk cId="0" sldId="266"/>
            <ac:spMk id="5" creationId="{54471A4D-EEE8-412B-8AEB-BE79FBAEA591}"/>
          </ac:spMkLst>
        </pc:spChg>
        <pc:spChg chg="add mod ord">
          <ac:chgData name="Linos Tsague" userId="a73c678b-71a2-4012-808b-15a477686bb0" providerId="ADAL" clId="{3C493BA8-B876-495B-AF8A-B835B062FB1C}" dt="2026-09-05T20:18:09.416" v="629"/>
          <ac:spMkLst>
            <pc:docMk/>
            <pc:sldMk cId="0" sldId="266"/>
            <ac:spMk id="6" creationId="{1C0DAE49-FB51-4993-8434-98274B9704E9}"/>
          </ac:spMkLst>
        </pc:spChg>
        <pc:picChg chg="mod ord">
          <ac:chgData name="Linos Tsague" userId="a73c678b-71a2-4012-808b-15a477686bb0" providerId="ADAL" clId="{3C493BA8-B876-495B-AF8A-B835B062FB1C}" dt="2026-09-05T20:19:24.072" v="655" actId="1076"/>
          <ac:picMkLst>
            <pc:docMk/>
            <pc:sldMk cId="0" sldId="266"/>
            <ac:picMk id="10" creationId="{D2C7976D-C8C5-5FFB-1361-5FB37F854E13}"/>
          </ac:picMkLst>
        </pc:picChg>
      </pc:sldChg>
      <pc:sldChg chg="addSp modSp del mod">
        <pc:chgData name="Linos Tsague" userId="a73c678b-71a2-4012-808b-15a477686bb0" providerId="ADAL" clId="{3C493BA8-B876-495B-AF8A-B835B062FB1C}" dt="2026-09-05T20:05:26.801" v="361"/>
        <pc:sldMkLst>
          <pc:docMk/>
          <pc:sldMk cId="0" sldId="267"/>
        </pc:sldMkLst>
        <pc:spChg chg="add mod">
          <ac:chgData name="Linos Tsague" userId="a73c678b-71a2-4012-808b-15a477686bb0" providerId="ADAL" clId="{3C493BA8-B876-495B-AF8A-B835B062FB1C}" dt="2026-09-05T20:04:14.580" v="331"/>
          <ac:spMkLst>
            <pc:docMk/>
            <pc:sldMk cId="0" sldId="267"/>
            <ac:spMk id="5" creationId="{D368382F-D140-488D-89B2-DA5DA263321E}"/>
          </ac:spMkLst>
        </pc:spChg>
      </pc:sldChg>
      <pc:sldChg chg="delSp modSp del mod">
        <pc:chgData name="Linos Tsague" userId="a73c678b-71a2-4012-808b-15a477686bb0" providerId="ADAL" clId="{3C493BA8-B876-495B-AF8A-B835B062FB1C}" dt="2026-09-05T19:59:56.015" v="44"/>
        <pc:sldMkLst>
          <pc:docMk/>
          <pc:sldMk cId="0" sldId="268"/>
        </pc:sldMkLst>
        <pc:spChg chg="del">
          <ac:chgData name="Linos Tsague" userId="a73c678b-71a2-4012-808b-15a477686bb0" providerId="ADAL" clId="{3C493BA8-B876-495B-AF8A-B835B062FB1C}" dt="2026-09-05T19:57:51.954" v="32"/>
          <ac:spMkLst>
            <pc:docMk/>
            <pc:sldMk cId="0" sldId="268"/>
            <ac:spMk id="6" creationId="{00000000-0000-0000-0000-000000000000}"/>
          </ac:spMkLst>
        </pc:spChg>
        <pc:spChg chg="del">
          <ac:chgData name="Linos Tsague" userId="a73c678b-71a2-4012-808b-15a477686bb0" providerId="ADAL" clId="{3C493BA8-B876-495B-AF8A-B835B062FB1C}" dt="2026-09-05T19:57:51.956" v="33"/>
          <ac:spMkLst>
            <pc:docMk/>
            <pc:sldMk cId="0" sldId="268"/>
            <ac:spMk id="7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19:57:51.965" v="36"/>
          <ac:spMkLst>
            <pc:docMk/>
            <pc:sldMk cId="0" sldId="268"/>
            <ac:spMk id="34" creationId="{BC9D659B-F57E-6731-E064-A8B0283AF935}"/>
          </ac:spMkLst>
        </pc:spChg>
        <pc:spChg chg="mod">
          <ac:chgData name="Linos Tsague" userId="a73c678b-71a2-4012-808b-15a477686bb0" providerId="ADAL" clId="{3C493BA8-B876-495B-AF8A-B835B062FB1C}" dt="2026-09-05T19:53:04.171" v="9" actId="20577"/>
          <ac:spMkLst>
            <pc:docMk/>
            <pc:sldMk cId="0" sldId="268"/>
            <ac:spMk id="44" creationId="{A1C2EC26-5356-3DB6-BCF2-20435BBF0512}"/>
          </ac:spMkLst>
        </pc:spChg>
        <pc:picChg chg="mod modCrop">
          <ac:chgData name="Linos Tsague" userId="a73c678b-71a2-4012-808b-15a477686bb0" providerId="ADAL" clId="{3C493BA8-B876-495B-AF8A-B835B062FB1C}" dt="2026-09-05T19:52:20.031" v="2" actId="1076"/>
          <ac:picMkLst>
            <pc:docMk/>
            <pc:sldMk cId="0" sldId="268"/>
            <ac:picMk id="11" creationId="{4F401EDE-E1EE-D316-E520-B829D07A8BAA}"/>
          </ac:picMkLst>
        </pc:picChg>
        <pc:cxnChg chg="mod">
          <ac:chgData name="Linos Tsague" userId="a73c678b-71a2-4012-808b-15a477686bb0" providerId="ADAL" clId="{3C493BA8-B876-495B-AF8A-B835B062FB1C}" dt="2026-09-05T19:57:51.965" v="34"/>
          <ac:cxnSpMkLst>
            <pc:docMk/>
            <pc:sldMk cId="0" sldId="268"/>
            <ac:cxnSpMk id="17" creationId="{6F557CCF-5EBC-9E73-7354-FF8051D4B1CC}"/>
          </ac:cxnSpMkLst>
        </pc:cxnChg>
        <pc:cxnChg chg="mod">
          <ac:chgData name="Linos Tsague" userId="a73c678b-71a2-4012-808b-15a477686bb0" providerId="ADAL" clId="{3C493BA8-B876-495B-AF8A-B835B062FB1C}" dt="2026-09-05T19:57:51.965" v="35"/>
          <ac:cxnSpMkLst>
            <pc:docMk/>
            <pc:sldMk cId="0" sldId="268"/>
            <ac:cxnSpMk id="36" creationId="{3CED43AE-16FF-52E8-CDA5-D41E27ABCAB1}"/>
          </ac:cxnSpMkLst>
        </pc:cxnChg>
      </pc:sldChg>
      <pc:sldChg chg="addSp modSp mod">
        <pc:chgData name="Linos Tsague" userId="a73c678b-71a2-4012-808b-15a477686bb0" providerId="ADAL" clId="{3C493BA8-B876-495B-AF8A-B835B062FB1C}" dt="2026-09-05T20:23:29.970" v="667" actId="1076"/>
        <pc:sldMkLst>
          <pc:docMk/>
          <pc:sldMk cId="0" sldId="269"/>
        </pc:sldMkLst>
        <pc:spChg chg="mod">
          <ac:chgData name="Linos Tsague" userId="a73c678b-71a2-4012-808b-15a477686bb0" providerId="ADAL" clId="{3C493BA8-B876-495B-AF8A-B835B062FB1C}" dt="2026-09-05T20:22:13.417" v="659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22:20.917" v="660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22:28.749" v="661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23:00.142" v="663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23:10.173" v="664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23:29.970" v="667" actId="1076"/>
          <ac:spMkLst>
            <pc:docMk/>
            <pc:sldMk cId="0" sldId="269"/>
            <ac:spMk id="12" creationId="{00000000-0000-0000-0000-000000000000}"/>
          </ac:spMkLst>
        </pc:spChg>
        <pc:spChg chg="add mod">
          <ac:chgData name="Linos Tsague" userId="a73c678b-71a2-4012-808b-15a477686bb0" providerId="ADAL" clId="{3C493BA8-B876-495B-AF8A-B835B062FB1C}" dt="2026-09-05T20:06:24.785" v="509"/>
          <ac:spMkLst>
            <pc:docMk/>
            <pc:sldMk cId="0" sldId="269"/>
            <ac:spMk id="13" creationId="{1411B3FB-129B-41D6-9F1F-41F520A1CCD2}"/>
          </ac:spMkLst>
        </pc:spChg>
        <pc:spChg chg="add mod">
          <ac:chgData name="Linos Tsague" userId="a73c678b-71a2-4012-808b-15a477686bb0" providerId="ADAL" clId="{3C493BA8-B876-495B-AF8A-B835B062FB1C}" dt="2026-09-05T20:06:24.785" v="514"/>
          <ac:spMkLst>
            <pc:docMk/>
            <pc:sldMk cId="0" sldId="269"/>
            <ac:spMk id="14" creationId="{0EDAA583-1A4D-4C25-B10C-616EDE5909FE}"/>
          </ac:spMkLst>
        </pc:spChg>
        <pc:picChg chg="mod">
          <ac:chgData name="Linos Tsague" userId="a73c678b-71a2-4012-808b-15a477686bb0" providerId="ADAL" clId="{3C493BA8-B876-495B-AF8A-B835B062FB1C}" dt="2026-09-05T20:23:17.755" v="666" actId="1076"/>
          <ac:picMkLst>
            <pc:docMk/>
            <pc:sldMk cId="0" sldId="269"/>
            <ac:picMk id="2" creationId="{00000000-0000-0000-0000-000000000000}"/>
          </ac:picMkLst>
        </pc:picChg>
      </pc:sldChg>
      <pc:sldChg chg="modSp del mod">
        <pc:chgData name="Linos Tsague" userId="a73c678b-71a2-4012-808b-15a477686bb0" providerId="ADAL" clId="{3C493BA8-B876-495B-AF8A-B835B062FB1C}" dt="2026-09-05T20:02:01.029" v="109"/>
        <pc:sldMkLst>
          <pc:docMk/>
          <pc:sldMk cId="0" sldId="270"/>
        </pc:sldMkLst>
        <pc:spChg chg="mod">
          <ac:chgData name="Linos Tsague" userId="a73c678b-71a2-4012-808b-15a477686bb0" providerId="ADAL" clId="{3C493BA8-B876-495B-AF8A-B835B062FB1C}" dt="2026-09-05T20:01:48.021" v="101"/>
          <ac:spMkLst>
            <pc:docMk/>
            <pc:sldMk cId="0" sldId="270"/>
            <ac:spMk id="3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01:48.021" v="102"/>
          <ac:spMkLst>
            <pc:docMk/>
            <pc:sldMk cId="0" sldId="270"/>
            <ac:spMk id="4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01:48.021" v="103"/>
          <ac:spMkLst>
            <pc:docMk/>
            <pc:sldMk cId="0" sldId="270"/>
            <ac:spMk id="5" creationId="{00000000-0000-0000-0000-000000000000}"/>
          </ac:spMkLst>
        </pc:spChg>
        <pc:picChg chg="mod">
          <ac:chgData name="Linos Tsague" userId="a73c678b-71a2-4012-808b-15a477686bb0" providerId="ADAL" clId="{3C493BA8-B876-495B-AF8A-B835B062FB1C}" dt="2026-09-05T20:01:48.021" v="100"/>
          <ac:picMkLst>
            <pc:docMk/>
            <pc:sldMk cId="0" sldId="270"/>
            <ac:picMk id="7" creationId="{373B4A6E-DA25-D1F1-4D76-8303DAA1AD46}"/>
          </ac:picMkLst>
        </pc:picChg>
      </pc:sldChg>
      <pc:sldChg chg="addSp modSp mod">
        <pc:chgData name="Linos Tsague" userId="a73c678b-71a2-4012-808b-15a477686bb0" providerId="ADAL" clId="{3C493BA8-B876-495B-AF8A-B835B062FB1C}" dt="2026-09-05T20:06:24.766" v="460"/>
        <pc:sldMkLst>
          <pc:docMk/>
          <pc:sldMk cId="1891706340" sldId="271"/>
        </pc:sldMkLst>
        <pc:spChg chg="add mod">
          <ac:chgData name="Linos Tsague" userId="a73c678b-71a2-4012-808b-15a477686bb0" providerId="ADAL" clId="{3C493BA8-B876-495B-AF8A-B835B062FB1C}" dt="2026-09-05T20:06:24.766" v="455"/>
          <ac:spMkLst>
            <pc:docMk/>
            <pc:sldMk cId="1891706340" sldId="271"/>
            <ac:spMk id="4" creationId="{DD1D919A-776F-4C25-ABDE-A7359053E85C}"/>
          </ac:spMkLst>
        </pc:spChg>
        <pc:spChg chg="add mod">
          <ac:chgData name="Linos Tsague" userId="a73c678b-71a2-4012-808b-15a477686bb0" providerId="ADAL" clId="{3C493BA8-B876-495B-AF8A-B835B062FB1C}" dt="2026-09-05T20:06:24.766" v="460"/>
          <ac:spMkLst>
            <pc:docMk/>
            <pc:sldMk cId="1891706340" sldId="271"/>
            <ac:spMk id="5" creationId="{4A927764-BB70-40EA-BBA3-5B7D641ED3BA}"/>
          </ac:spMkLst>
        </pc:spChg>
      </pc:sldChg>
      <pc:sldChg chg="del">
        <pc:chgData name="Linos Tsague" userId="a73c678b-71a2-4012-808b-15a477686bb0" providerId="ADAL" clId="{3C493BA8-B876-495B-AF8A-B835B062FB1C}" dt="2026-09-05T19:59:57.426" v="46"/>
        <pc:sldMkLst>
          <pc:docMk/>
          <pc:sldMk cId="2497665009" sldId="272"/>
        </pc:sldMkLst>
      </pc:sldChg>
      <pc:sldChg chg="addSp modSp mod">
        <pc:chgData name="Linos Tsague" userId="a73c678b-71a2-4012-808b-15a477686bb0" providerId="ADAL" clId="{3C493BA8-B876-495B-AF8A-B835B062FB1C}" dt="2026-09-05T20:19:42.177" v="658" actId="14100"/>
        <pc:sldMkLst>
          <pc:docMk/>
          <pc:sldMk cId="1728241454" sldId="273"/>
        </pc:sldMkLst>
        <pc:spChg chg="add mod">
          <ac:chgData name="Linos Tsague" userId="a73c678b-71a2-4012-808b-15a477686bb0" providerId="ADAL" clId="{3C493BA8-B876-495B-AF8A-B835B062FB1C}" dt="2026-09-05T20:06:24.785" v="491"/>
          <ac:spMkLst>
            <pc:docMk/>
            <pc:sldMk cId="1728241454" sldId="273"/>
            <ac:spMk id="5" creationId="{1F9AF1D7-5C45-4C98-B214-9E579872A676}"/>
          </ac:spMkLst>
        </pc:spChg>
        <pc:spChg chg="add mod">
          <ac:chgData name="Linos Tsague" userId="a73c678b-71a2-4012-808b-15a477686bb0" providerId="ADAL" clId="{3C493BA8-B876-495B-AF8A-B835B062FB1C}" dt="2026-09-05T20:06:24.785" v="496"/>
          <ac:spMkLst>
            <pc:docMk/>
            <pc:sldMk cId="1728241454" sldId="273"/>
            <ac:spMk id="6" creationId="{7743183E-636E-4DA1-82DD-70407421D276}"/>
          </ac:spMkLst>
        </pc:spChg>
        <pc:spChg chg="add mod ord">
          <ac:chgData name="Linos Tsague" userId="a73c678b-71a2-4012-808b-15a477686bb0" providerId="ADAL" clId="{3C493BA8-B876-495B-AF8A-B835B062FB1C}" dt="2026-09-05T20:18:09.417" v="633"/>
          <ac:spMkLst>
            <pc:docMk/>
            <pc:sldMk cId="1728241454" sldId="273"/>
            <ac:spMk id="7" creationId="{6875CBD2-EF52-4BD1-8AAC-DC4446C3A17D}"/>
          </ac:spMkLst>
        </pc:spChg>
        <pc:picChg chg="mod ord">
          <ac:chgData name="Linos Tsague" userId="a73c678b-71a2-4012-808b-15a477686bb0" providerId="ADAL" clId="{3C493BA8-B876-495B-AF8A-B835B062FB1C}" dt="2026-09-05T20:19:42.177" v="658" actId="14100"/>
          <ac:picMkLst>
            <pc:docMk/>
            <pc:sldMk cId="1728241454" sldId="273"/>
            <ac:picMk id="4" creationId="{A596AA75-0277-0DEE-8ABF-7E8C87149E9C}"/>
          </ac:picMkLst>
        </pc:picChg>
      </pc:sldChg>
      <pc:sldChg chg="addSp modSp add del mod">
        <pc:chgData name="Linos Tsague" userId="a73c678b-71a2-4012-808b-15a477686bb0" providerId="ADAL" clId="{3C493BA8-B876-495B-AF8A-B835B062FB1C}" dt="2026-09-05T20:04:32.593" v="355"/>
        <pc:sldMkLst>
          <pc:docMk/>
          <pc:sldMk cId="1588551164" sldId="274"/>
        </pc:sldMkLst>
        <pc:spChg chg="add mod">
          <ac:chgData name="Linos Tsague" userId="a73c678b-71a2-4012-808b-15a477686bb0" providerId="ADAL" clId="{3C493BA8-B876-495B-AF8A-B835B062FB1C}" dt="2026-09-05T20:04:14.404" v="144"/>
          <ac:spMkLst>
            <pc:docMk/>
            <pc:sldMk cId="1588551164" sldId="274"/>
            <ac:spMk id="9" creationId="{001FB167-8140-4E20-8146-E341E76950B6}"/>
          </ac:spMkLst>
        </pc:spChg>
      </pc:sldChg>
      <pc:sldChg chg="addSp modSp add mod">
        <pc:chgData name="Linos Tsague" userId="a73c678b-71a2-4012-808b-15a477686bb0" providerId="ADAL" clId="{3C493BA8-B876-495B-AF8A-B835B062FB1C}" dt="2026-09-05T20:06:24.766" v="433"/>
        <pc:sldMkLst>
          <pc:docMk/>
          <pc:sldMk cId="844973597" sldId="275"/>
        </pc:sldMkLst>
        <pc:spChg chg="add mod">
          <ac:chgData name="Linos Tsague" userId="a73c678b-71a2-4012-808b-15a477686bb0" providerId="ADAL" clId="{3C493BA8-B876-495B-AF8A-B835B062FB1C}" dt="2026-09-05T20:06:24.763" v="428"/>
          <ac:spMkLst>
            <pc:docMk/>
            <pc:sldMk cId="844973597" sldId="275"/>
            <ac:spMk id="11" creationId="{1C1073D9-EC4F-436A-9A13-993249761205}"/>
          </ac:spMkLst>
        </pc:spChg>
        <pc:spChg chg="add mod">
          <ac:chgData name="Linos Tsague" userId="a73c678b-71a2-4012-808b-15a477686bb0" providerId="ADAL" clId="{3C493BA8-B876-495B-AF8A-B835B062FB1C}" dt="2026-09-05T20:06:24.766" v="433"/>
          <ac:spMkLst>
            <pc:docMk/>
            <pc:sldMk cId="844973597" sldId="275"/>
            <ac:spMk id="12" creationId="{FBE8F0E8-B353-48D1-80B5-D08D45F9DEB0}"/>
          </ac:spMkLst>
        </pc:spChg>
      </pc:sldChg>
      <pc:sldChg chg="addSp modSp add mod">
        <pc:chgData name="Linos Tsague" userId="a73c678b-71a2-4012-808b-15a477686bb0" providerId="ADAL" clId="{3C493BA8-B876-495B-AF8A-B835B062FB1C}" dt="2026-09-05T20:28:59.624" v="714" actId="1076"/>
        <pc:sldMkLst>
          <pc:docMk/>
          <pc:sldMk cId="4169146519" sldId="276"/>
        </pc:sldMkLst>
        <pc:spChg chg="add mod">
          <ac:chgData name="Linos Tsague" userId="a73c678b-71a2-4012-808b-15a477686bb0" providerId="ADAL" clId="{3C493BA8-B876-495B-AF8A-B835B062FB1C}" dt="2026-09-05T20:06:24.766" v="437"/>
          <ac:spMkLst>
            <pc:docMk/>
            <pc:sldMk cId="4169146519" sldId="276"/>
            <ac:spMk id="5" creationId="{1EA4C1D5-C4E5-40B2-8290-9E6564360454}"/>
          </ac:spMkLst>
        </pc:spChg>
        <pc:spChg chg="add mod">
          <ac:chgData name="Linos Tsague" userId="a73c678b-71a2-4012-808b-15a477686bb0" providerId="ADAL" clId="{3C493BA8-B876-495B-AF8A-B835B062FB1C}" dt="2026-09-05T20:06:24.766" v="442"/>
          <ac:spMkLst>
            <pc:docMk/>
            <pc:sldMk cId="4169146519" sldId="276"/>
            <ac:spMk id="6" creationId="{9D5D9234-276E-4563-AD14-2DDF44A0D8A6}"/>
          </ac:spMkLst>
        </pc:spChg>
        <pc:spChg chg="mod">
          <ac:chgData name="Linos Tsague" userId="a73c678b-71a2-4012-808b-15a477686bb0" providerId="ADAL" clId="{3C493BA8-B876-495B-AF8A-B835B062FB1C}" dt="2026-09-05T20:28:59.624" v="714" actId="1076"/>
          <ac:spMkLst>
            <pc:docMk/>
            <pc:sldMk cId="4169146519" sldId="276"/>
            <ac:spMk id="44" creationId="{A1C2EC26-5356-3DB6-BCF2-20435BBF0512}"/>
          </ac:spMkLst>
        </pc:spChg>
        <pc:picChg chg="mod modCrop">
          <ac:chgData name="Linos Tsague" userId="a73c678b-71a2-4012-808b-15a477686bb0" providerId="ADAL" clId="{3C493BA8-B876-495B-AF8A-B835B062FB1C}" dt="2026-09-05T20:28:43.495" v="713" actId="732"/>
          <ac:picMkLst>
            <pc:docMk/>
            <pc:sldMk cId="4169146519" sldId="276"/>
            <ac:picMk id="11" creationId="{4F401EDE-E1EE-D316-E520-B829D07A8BAA}"/>
          </ac:picMkLst>
        </pc:picChg>
      </pc:sldChg>
      <pc:sldChg chg="addSp modSp add mod">
        <pc:chgData name="Linos Tsague" userId="a73c678b-71a2-4012-808b-15a477686bb0" providerId="ADAL" clId="{3C493BA8-B876-495B-AF8A-B835B062FB1C}" dt="2026-09-05T20:06:24.779" v="478"/>
        <pc:sldMkLst>
          <pc:docMk/>
          <pc:sldMk cId="863903827" sldId="277"/>
        </pc:sldMkLst>
        <pc:spChg chg="add mod">
          <ac:chgData name="Linos Tsague" userId="a73c678b-71a2-4012-808b-15a477686bb0" providerId="ADAL" clId="{3C493BA8-B876-495B-AF8A-B835B062FB1C}" dt="2026-09-05T20:06:24.779" v="473"/>
          <ac:spMkLst>
            <pc:docMk/>
            <pc:sldMk cId="863903827" sldId="277"/>
            <ac:spMk id="10" creationId="{460123D1-4199-4537-9EE2-FD80B86988F6}"/>
          </ac:spMkLst>
        </pc:spChg>
        <pc:spChg chg="add mod">
          <ac:chgData name="Linos Tsague" userId="a73c678b-71a2-4012-808b-15a477686bb0" providerId="ADAL" clId="{3C493BA8-B876-495B-AF8A-B835B062FB1C}" dt="2026-09-05T20:06:24.779" v="478"/>
          <ac:spMkLst>
            <pc:docMk/>
            <pc:sldMk cId="863903827" sldId="277"/>
            <ac:spMk id="11" creationId="{28F98ED3-58CC-41E0-8929-7826BE853744}"/>
          </ac:spMkLst>
        </pc:spChg>
      </pc:sldChg>
      <pc:sldChg chg="addSp modSp add del mod">
        <pc:chgData name="Linos Tsague" userId="a73c678b-71a2-4012-808b-15a477686bb0" providerId="ADAL" clId="{3C493BA8-B876-495B-AF8A-B835B062FB1C}" dt="2026-09-05T20:05:11.614" v="359"/>
        <pc:sldMkLst>
          <pc:docMk/>
          <pc:sldMk cId="3667372476" sldId="278"/>
        </pc:sldMkLst>
        <pc:spChg chg="add mod">
          <ac:chgData name="Linos Tsague" userId="a73c678b-71a2-4012-808b-15a477686bb0" providerId="ADAL" clId="{3C493BA8-B876-495B-AF8A-B835B062FB1C}" dt="2026-09-05T20:04:14.594" v="353"/>
          <ac:spMkLst>
            <pc:docMk/>
            <pc:sldMk cId="3667372476" sldId="278"/>
            <ac:spMk id="6" creationId="{3CD7BE07-8471-4E23-97E9-EA92BA94E839}"/>
          </ac:spMkLst>
        </pc:spChg>
      </pc:sldChg>
      <pc:sldChg chg="addSp modSp add del mod">
        <pc:chgData name="Linos Tsague" userId="a73c678b-71a2-4012-808b-15a477686bb0" providerId="ADAL" clId="{3C493BA8-B876-495B-AF8A-B835B062FB1C}" dt="2026-09-05T20:04:46.975" v="357"/>
        <pc:sldMkLst>
          <pc:docMk/>
          <pc:sldMk cId="3539061754" sldId="279"/>
        </pc:sldMkLst>
        <pc:spChg chg="add mod">
          <ac:chgData name="Linos Tsague" userId="a73c678b-71a2-4012-808b-15a477686bb0" providerId="ADAL" clId="{3C493BA8-B876-495B-AF8A-B835B062FB1C}" dt="2026-09-05T20:04:14.501" v="218"/>
          <ac:spMkLst>
            <pc:docMk/>
            <pc:sldMk cId="3539061754" sldId="279"/>
            <ac:spMk id="6" creationId="{7E5A105D-FE5B-416E-B326-CE056AD39010}"/>
          </ac:spMkLst>
        </pc:spChg>
      </pc:sldChg>
      <pc:sldChg chg="modSp add del mod">
        <pc:chgData name="Linos Tsague" userId="a73c678b-71a2-4012-808b-15a477686bb0" providerId="ADAL" clId="{3C493BA8-B876-495B-AF8A-B835B062FB1C}" dt="2026-09-05T20:18:44.958" v="635"/>
        <pc:sldMkLst>
          <pc:docMk/>
          <pc:sldMk cId="984324690" sldId="280"/>
        </pc:sldMkLst>
        <pc:spChg chg="mod">
          <ac:chgData name="Linos Tsague" userId="a73c678b-71a2-4012-808b-15a477686bb0" providerId="ADAL" clId="{3C493BA8-B876-495B-AF8A-B835B062FB1C}" dt="2026-09-05T20:08:36.193" v="543" actId="20577"/>
          <ac:spMkLst>
            <pc:docMk/>
            <pc:sldMk cId="984324690" sldId="280"/>
            <ac:spMk id="5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09:14.010" v="584" actId="20577"/>
          <ac:spMkLst>
            <pc:docMk/>
            <pc:sldMk cId="984324690" sldId="280"/>
            <ac:spMk id="6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06:24.733" v="370"/>
          <ac:spMkLst>
            <pc:docMk/>
            <pc:sldMk cId="984324690" sldId="280"/>
            <ac:spMk id="9" creationId="{001FB167-8140-4E20-8146-E341E76950B6}"/>
          </ac:spMkLst>
        </pc:spChg>
        <pc:picChg chg="mod">
          <ac:chgData name="Linos Tsague" userId="a73c678b-71a2-4012-808b-15a477686bb0" providerId="ADAL" clId="{3C493BA8-B876-495B-AF8A-B835B062FB1C}" dt="2026-09-05T20:10:16.756" v="598" actId="1036"/>
          <ac:picMkLst>
            <pc:docMk/>
            <pc:sldMk cId="984324690" sldId="280"/>
            <ac:picMk id="2" creationId="{00000000-0000-0000-0000-000000000000}"/>
          </ac:picMkLst>
        </pc:picChg>
        <pc:picChg chg="mod">
          <ac:chgData name="Linos Tsague" userId="a73c678b-71a2-4012-808b-15a477686bb0" providerId="ADAL" clId="{3C493BA8-B876-495B-AF8A-B835B062FB1C}" dt="2026-09-05T20:06:24.733" v="365"/>
          <ac:picMkLst>
            <pc:docMk/>
            <pc:sldMk cId="984324690" sldId="280"/>
            <ac:picMk id="950" creationId="{00000000-0000-0000-0000-000000000000}"/>
          </ac:picMkLst>
        </pc:picChg>
      </pc:sldChg>
      <pc:sldChg chg="modSp add mod">
        <pc:chgData name="Linos Tsague" userId="a73c678b-71a2-4012-808b-15a477686bb0" providerId="ADAL" clId="{3C493BA8-B876-495B-AF8A-B835B062FB1C}" dt="2026-09-05T20:53:04.814" v="723" actId="1076"/>
        <pc:sldMkLst>
          <pc:docMk/>
          <pc:sldMk cId="4021231662" sldId="281"/>
        </pc:sldMkLst>
        <pc:spChg chg="mod">
          <ac:chgData name="Linos Tsague" userId="a73c678b-71a2-4012-808b-15a477686bb0" providerId="ADAL" clId="{3C493BA8-B876-495B-AF8A-B835B062FB1C}" dt="2026-09-05T20:52:47.322" v="721" actId="1076"/>
          <ac:spMkLst>
            <pc:docMk/>
            <pc:sldMk cId="4021231662" sldId="281"/>
            <ac:spMk id="4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53:04.814" v="723" actId="1076"/>
          <ac:spMkLst>
            <pc:docMk/>
            <pc:sldMk cId="4021231662" sldId="281"/>
            <ac:spMk id="5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06:24.751" v="424"/>
          <ac:spMkLst>
            <pc:docMk/>
            <pc:sldMk cId="4021231662" sldId="281"/>
            <ac:spMk id="6" creationId="{7E5A105D-FE5B-416E-B326-CE056AD39010}"/>
          </ac:spMkLst>
        </pc:spChg>
        <pc:picChg chg="mod">
          <ac:chgData name="Linos Tsague" userId="a73c678b-71a2-4012-808b-15a477686bb0" providerId="ADAL" clId="{3C493BA8-B876-495B-AF8A-B835B062FB1C}" dt="2026-09-05T20:52:51.933" v="722" actId="1076"/>
          <ac:picMkLst>
            <pc:docMk/>
            <pc:sldMk cId="4021231662" sldId="281"/>
            <ac:picMk id="7" creationId="{BB16B902-4F4D-3F81-C1F2-D84FD632B9F6}"/>
          </ac:picMkLst>
        </pc:picChg>
        <pc:picChg chg="mod">
          <ac:chgData name="Linos Tsague" userId="a73c678b-71a2-4012-808b-15a477686bb0" providerId="ADAL" clId="{3C493BA8-B876-495B-AF8A-B835B062FB1C}" dt="2026-09-05T20:06:24.751" v="419"/>
          <ac:picMkLst>
            <pc:docMk/>
            <pc:sldMk cId="4021231662" sldId="281"/>
            <ac:picMk id="951" creationId="{00000000-0000-0000-0000-000000000000}"/>
          </ac:picMkLst>
        </pc:picChg>
      </pc:sldChg>
      <pc:sldChg chg="modSp add mod">
        <pc:chgData name="Linos Tsague" userId="a73c678b-71a2-4012-808b-15a477686bb0" providerId="ADAL" clId="{3C493BA8-B876-495B-AF8A-B835B062FB1C}" dt="2026-09-05T20:24:57.729" v="712" actId="1076"/>
        <pc:sldMkLst>
          <pc:docMk/>
          <pc:sldMk cId="2133715790" sldId="282"/>
        </pc:sldMkLst>
        <pc:spChg chg="mod">
          <ac:chgData name="Linos Tsague" userId="a73c678b-71a2-4012-808b-15a477686bb0" providerId="ADAL" clId="{3C493BA8-B876-495B-AF8A-B835B062FB1C}" dt="2026-09-05T20:24:57.729" v="712" actId="1076"/>
          <ac:spMkLst>
            <pc:docMk/>
            <pc:sldMk cId="2133715790" sldId="282"/>
            <ac:spMk id="3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24:30.408" v="707" actId="20577"/>
          <ac:spMkLst>
            <pc:docMk/>
            <pc:sldMk cId="2133715790" sldId="282"/>
            <ac:spMk id="4" creationId="{00000000-0000-0000-0000-000000000000}"/>
          </ac:spMkLst>
        </pc:spChg>
        <pc:spChg chg="mod">
          <ac:chgData name="Linos Tsague" userId="a73c678b-71a2-4012-808b-15a477686bb0" providerId="ADAL" clId="{3C493BA8-B876-495B-AF8A-B835B062FB1C}" dt="2026-09-05T20:06:24.797" v="523"/>
          <ac:spMkLst>
            <pc:docMk/>
            <pc:sldMk cId="2133715790" sldId="282"/>
            <ac:spMk id="6" creationId="{3CD7BE07-8471-4E23-97E9-EA92BA94E839}"/>
          </ac:spMkLst>
        </pc:spChg>
        <pc:picChg chg="mod">
          <ac:chgData name="Linos Tsague" userId="a73c678b-71a2-4012-808b-15a477686bb0" providerId="ADAL" clId="{3C493BA8-B876-495B-AF8A-B835B062FB1C}" dt="2026-09-05T20:24:47.508" v="711" actId="1076"/>
          <ac:picMkLst>
            <pc:docMk/>
            <pc:sldMk cId="2133715790" sldId="282"/>
            <ac:picMk id="2" creationId="{00000000-0000-0000-0000-000000000000}"/>
          </ac:picMkLst>
        </pc:picChg>
        <pc:picChg chg="mod">
          <ac:chgData name="Linos Tsague" userId="a73c678b-71a2-4012-808b-15a477686bb0" providerId="ADAL" clId="{3C493BA8-B876-495B-AF8A-B835B062FB1C}" dt="2026-09-05T20:23:57.196" v="668" actId="1076"/>
          <ac:picMkLst>
            <pc:docMk/>
            <pc:sldMk cId="2133715790" sldId="282"/>
            <ac:picMk id="7" creationId="{373B4A6E-DA25-D1F1-4D76-8303DAA1AD46}"/>
          </ac:picMkLst>
        </pc:picChg>
        <pc:picChg chg="mod">
          <ac:chgData name="Linos Tsague" userId="a73c678b-71a2-4012-808b-15a477686bb0" providerId="ADAL" clId="{3C493BA8-B876-495B-AF8A-B835B062FB1C}" dt="2026-09-05T20:06:24.795" v="518"/>
          <ac:picMkLst>
            <pc:docMk/>
            <pc:sldMk cId="2133715790" sldId="282"/>
            <ac:picMk id="952" creationId="{00000000-0000-0000-0000-000000000000}"/>
          </ac:picMkLst>
        </pc:picChg>
      </pc:sldChg>
      <pc:sldChg chg="modSp add mod">
        <pc:chgData name="Linos Tsague" userId="a73c678b-71a2-4012-808b-15a477686bb0" providerId="ADAL" clId="{3C493BA8-B876-495B-AF8A-B835B062FB1C}" dt="2026-09-05T20:54:59.223" v="730" actId="732"/>
        <pc:sldMkLst>
          <pc:docMk/>
          <pc:sldMk cId="2272448007" sldId="283"/>
        </pc:sldMkLst>
        <pc:spChg chg="mod">
          <ac:chgData name="Linos Tsague" userId="a73c678b-71a2-4012-808b-15a477686bb0" providerId="ADAL" clId="{3C493BA8-B876-495B-AF8A-B835B062FB1C}" dt="2026-09-05T20:06:57.559" v="531"/>
          <ac:spMkLst>
            <pc:docMk/>
            <pc:sldMk cId="2272448007" sldId="283"/>
            <ac:spMk id="5" creationId="{D368382F-D140-488D-89B2-DA5DA263321E}"/>
          </ac:spMkLst>
        </pc:spChg>
        <pc:picChg chg="mod modCrop">
          <ac:chgData name="Linos Tsague" userId="a73c678b-71a2-4012-808b-15a477686bb0" providerId="ADAL" clId="{3C493BA8-B876-495B-AF8A-B835B062FB1C}" dt="2026-09-05T20:54:59.223" v="730" actId="732"/>
          <ac:picMkLst>
            <pc:docMk/>
            <pc:sldMk cId="2272448007" sldId="283"/>
            <ac:picMk id="8" creationId="{04E13433-7073-1757-36CB-C9A2D085B212}"/>
          </ac:picMkLst>
        </pc:picChg>
        <pc:picChg chg="mod">
          <ac:chgData name="Linos Tsague" userId="a73c678b-71a2-4012-808b-15a477686bb0" providerId="ADAL" clId="{3C493BA8-B876-495B-AF8A-B835B062FB1C}" dt="2026-09-05T20:06:57.559" v="527"/>
          <ac:picMkLst>
            <pc:docMk/>
            <pc:sldMk cId="2272448007" sldId="283"/>
            <ac:picMk id="953" creationId="{00000000-0000-0000-0000-000000000000}"/>
          </ac:picMkLst>
        </pc:picChg>
      </pc:sldChg>
      <pc:sldChg chg="addSp delSp modSp add mod">
        <pc:chgData name="Linos Tsague" userId="a73c678b-71a2-4012-808b-15a477686bb0" providerId="ADAL" clId="{3C493BA8-B876-495B-AF8A-B835B062FB1C}" dt="2026-09-05T20:19:20.588" v="654"/>
        <pc:sldMkLst>
          <pc:docMk/>
          <pc:sldMk cId="2353623640" sldId="284"/>
        </pc:sldMkLst>
        <pc:spChg chg="add del mod">
          <ac:chgData name="Linos Tsague" userId="a73c678b-71a2-4012-808b-15a477686bb0" providerId="ADAL" clId="{3C493BA8-B876-495B-AF8A-B835B062FB1C}" dt="2026-09-05T20:19:20.588" v="654"/>
          <ac:spMkLst>
            <pc:docMk/>
            <pc:sldMk cId="2353623640" sldId="284"/>
            <ac:spMk id="10" creationId="{46D556BB-C404-4C9E-AF44-3B37EA8E81FD}"/>
          </ac:spMkLst>
        </pc:spChg>
        <pc:picChg chg="del">
          <ac:chgData name="Linos Tsague" userId="a73c678b-71a2-4012-808b-15a477686bb0" providerId="ADAL" clId="{3C493BA8-B876-495B-AF8A-B835B062FB1C}" dt="2026-09-05T20:19:20.588" v="653"/>
          <ac:picMkLst>
            <pc:docMk/>
            <pc:sldMk cId="2353623640" sldId="284"/>
            <ac:picMk id="960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96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[CARTON — ÉNERGIE : rassurer, socle solide + première étincelle.]
Premier patient. Un enfant en denture mixte. Le cas le plus simple en apparence — et pourtant il pose déjà toute la logique des 90 minutes. Dispositif : MARPE avec deux vis de distalisation (expansion + recul des quadrants I et II).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1 — Patient. Laisser parler les images, ne pas réciter la fiche. Poser une note humaine : c'est un enfant, on agit tôt, au bon moment.]
Mathys, denture mixte, stade A-B d'Angelieri. Motif : [le sien]. Clinique : déficit transverse, encombrement, [Classe/fonction]. Radios : pano (germes), téléradio + mesures, occlusales, CBCT.
[Émotion : ne pas dérouler une fiche — raconter un enfant, à l'âge où tout se joue.]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[Documentation intra-orale — vues latérales et frontale.] Occlusion en intercuspidie : rapports transverses et sagittaux, encombrement.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arcades maxillaire et mandibulaire.] Forme d'arcade, déficit transverse, encombrement.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[Radiographie panoramique — denture mixte.] Présence et position des germes, séquence d'éruption, bilan général.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[Téléradiographie de profil + tracé + tableau de mesures.] Rapports squelettiques et dentaires ; base des mesures.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[Points 2+3 — le plan (1er point) puis LA QUESTION. Ils réfléchissent. Formulation inclusive (Hermann : ne pas paraître moralisateur).]
D'abord le plan, un seul point : MARPE + 2 vis de distalisation. On garde le pourquoi.
« Comme Arnel vient de nous le montrer, l'enjeu des vis, c'est de vaincre la résistance du maxillaire. Alors la première idée à laquelle on pourrait TOUS penser, c'est : suture ouverte, stade A-B, aucune résistance… donc pas besoin de vis. [pause] Et pourtant, on en a mis. Si on regarde de plus près… pourquoi, à votre avis ? »
[Repli sans Arnel : « On sait tous que l'intérêt premier des vis, c'est de vaincre la résistance… » — Se caler avec Arnel : sujet + ordre.]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4+5 — la science + les avantages. Cœur pédagogique, prendre le temps.]
Chez le jeune, la suture cède ; le problème c'est l'ANCRAGE — les dents de lait ne tiennent pas. La vis remplace un ancrage défaillant.
Appuis : Wilmes (dispositif pour ancrage dentaire réduit, âge moyen 11,2 ans, PMID 21490997) ; moins de bascule chez le patient en croissance (méta ≤16 ans, 10.3390/app15158326) ; protection de l'os alvéolaire (Copello, 10.1111/ocr.12374) ; distalisation sur ancrage palatin (Mohamed, 10.2319/091717-624.1).
Avantages : expansion squelettique + recul Q1/Q2 sans compensation, avant éruption des 2es molaires.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 dispositif — montrer, expliquer brièvement. La quincaillerie (marque, moteur) va dans le remis / QR, pas ici.]
Vérin central d'expansion, deux vis de distalisation pour reculer les quadrants I et II, ancrage osseux paramédian. À cet âge, 7 mm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604C-DD78-D2A9-BC35-57D2AF15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49967-EFB9-04D3-45C6-B9F5B29D9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D30BA-AA11-CD63-E379-6BCA49FE6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A904C-E584-FD48-0320-C6C42E8AA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81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A698-83EA-85C6-29CB-C791E04E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8820C-E030-058A-691A-DAEDDEA05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0BF96-7B78-687F-D06F-961D4BB1A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D3DE5-F379-6350-13DB-3B254FBC1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40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46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[Interaction 2 — ils votent à main levée. Rappel de la leçon + le point T-zone.]
« Pour expandre ce palais à 12 ans, l'ancrage bicortical est-il indispensable ? » [vote]
RÉVÉLATION : « Non. La résistance est quasi nulle — la vis ancre, elle ne force pas. Et il y a mieux : à cet âge, si on est dans la T-zone, on n'a même pas besoin de guide ni d'ancrage bicortical. 7 mm suffisent. À 16 ans, là, on ira volontiers chercher le bicortical — mais ça, c'est le cas suivant… » [pont vers Antoine]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8 — LA distinction qu'Hermann trouvait floue. La marquer nettement, lentement, avec une pause entre les deux colonnes. Côté patient = émotion (sa vie) ; côté ortho = clinique (ta pratique).]
« Pour lui, dans sa vie : traité au bon moment, une phase en moins, il aborde son adolescence avec une bouche fonctionnelle, il respire et dort mieux. [temps] Pour nous : un ancrage fiable même quand la denture ne suit pas, un geste simple, reproductible — et on repense la fenêtre d'intervention de toute une génération.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CHUTE — marquer une coupure de voix avant (« Et si je devais résumer tout ça en une phrase… »), plus posée, plus large. Lance le cas suivant.]
« Chez l'adulte, la vis vainc l'os. Chez l'enfant, elle ne vainc rien : elle ANCRE. Même outil, deux missions. Et c'est toute l'histoire des quatre-vingt-dix minutes qui viennent.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image" Target="../media/image25.png"/><Relationship Id="rId7" Type="http://schemas.openxmlformats.org/officeDocument/2006/relationships/image" Target="../media/image5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7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jpg"/><Relationship Id="rId11" Type="http://schemas.openxmlformats.org/officeDocument/2006/relationships/image" Target="../media/image35.jpg"/><Relationship Id="rId12" Type="http://schemas.openxmlformats.org/officeDocument/2006/relationships/image" Target="../media/image3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7.jpg"/><Relationship Id="rId5" Type="http://schemas.openxmlformats.org/officeDocument/2006/relationships/image" Target="../media/image8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jpg"/><Relationship Id="rId11" Type="http://schemas.openxmlformats.org/officeDocument/2006/relationships/image" Target="../media/image43.jpg"/><Relationship Id="rId12" Type="http://schemas.openxmlformats.org/officeDocument/2006/relationships/image" Target="../media/image4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microsoft.com/office/2007/relationships/media" Target="../media/media2.mov"/><Relationship Id="rId2" Type="http://schemas.openxmlformats.org/officeDocument/2006/relationships/video" Target="../media/media2.mov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45.png"/><Relationship Id="rId6" Type="http://schemas.openxmlformats.org/officeDocument/2006/relationships/image" Target="../media/image4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1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27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1699178"/>
            <a:ext cx="6857829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1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2086518"/>
            <a:ext cx="6857829" cy="93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Mathys</a:t>
            </a:r>
            <a:endParaRPr lang="en-US" sz="75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3185041"/>
            <a:ext cx="6857829" cy="34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Denture mixte · 12,5 </a:t>
            </a:r>
            <a:r>
              <a:rPr lang="en-US" sz="1800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60383" y="3635879"/>
            <a:ext cx="6857829" cy="28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de consultation —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Encombrement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dentaire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0383" y="4047329"/>
            <a:ext cx="6857829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Angelieri A-B · déficit transverse · encombrement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60383" y="4434670"/>
            <a:ext cx="6857829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Même outil, deux missions »</a:t>
            </a:r>
            <a:endParaRPr lang="en-US" sz="1900" dirty="0"/>
          </a:p>
        </p:txBody>
      </p:sp>
      <p:pic>
        <p:nvPicPr>
          <p:cNvPr id="950" name="PAGE_MASK"/>
          <p:cNvPicPr/>
          <p:nvPr/>
        </p:nvPicPr>
        <p:blipFill>
          <a:blip r:embed="rId3"/>
          <a:srcRect l="64583" t="90370" r="30000" b="4074"/>
          <a:stretch>
            <a:fillRect/>
          </a:stretch>
        </p:blipFill>
        <p:spPr>
          <a:xfrm>
            <a:off x="10960100" y="6172200"/>
            <a:ext cx="838200" cy="406400"/>
          </a:xfrm>
          <a:prstGeom prst="rect">
            <a:avLst/>
          </a:prstGeom>
        </p:spPr>
      </p:pic>
      <p:sp>
        <p:nvSpPr>
          <p:cNvPr id="9" name="PAGE_NUM">
            <a:extLst>
              <a:ext uri="{FF2B5EF4-FFF2-40B4-BE49-F238E27FC236}">
                <a16:creationId xmlns:a16="http://schemas.microsoft.com/office/drawing/2014/main" id="{001FB167-8140-4E20-8146-E341E76950B6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E866BF65-A643-4D93-B09C-4B604A590E7D}" type="slidenum">
              <a:rPr lang="fr-BE" sz="1100">
                <a:solidFill>
                  <a:srgbClr val="C9C3BB"/>
                </a:solidFill>
                <a:latin typeface="Inter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35362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2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Carrousel-TSS/deck/out/photos/0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2" y="1097053"/>
            <a:ext cx="2574861" cy="4657807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4" name="Image 2" descr="/home/user/Carrousel-TSS/deck/out/photos/02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738" y="1097053"/>
            <a:ext cx="2574861" cy="4657807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5" name="Image 3" descr="/home/user/Carrousel-TSS/deck/out/photos/02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094" y="1097053"/>
            <a:ext cx="2574861" cy="4657807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6" name="Image 4" descr="/home/user/Carrousel-TSS/deck/out/photos/02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6450" y="1097053"/>
            <a:ext cx="2574861" cy="4657807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7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9" name="PAGE_MASK">
            <a:extLst>
              <a:ext uri="{FF2B5EF4-FFF2-40B4-BE49-F238E27FC236}">
                <a16:creationId xmlns:a16="http://schemas.microsoft.com/office/drawing/2014/main" id="{A14AAFC4-007A-4206-9361-6D8428B7CE78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10" name="PAGE_NUM">
            <a:extLst>
              <a:ext uri="{FF2B5EF4-FFF2-40B4-BE49-F238E27FC236}">
                <a16:creationId xmlns:a16="http://schemas.microsoft.com/office/drawing/2014/main" id="{83C78460-66FD-45E3-89FF-DD39182C05F9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BABF5B37-70CE-4E49-BD98-7723CBC12734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3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C4FA728-C424-2165-3CFD-102F57432E6D}"/>
              </a:ext>
            </a:extLst>
          </p:cNvPr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D1C8382-E024-BD84-7F03-324CD45EB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41" y="1992430"/>
            <a:ext cx="3778116" cy="2517895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4E68F86-5D7F-3034-51D9-970D4FE01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751" y="1992430"/>
            <a:ext cx="3778192" cy="2517895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C5F7E3F-C6E0-DBDD-8706-9E50D3620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703" y="1992430"/>
            <a:ext cx="3779356" cy="2517895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3" name="PAGE_MASK">
            <a:extLst>
              <a:ext uri="{FF2B5EF4-FFF2-40B4-BE49-F238E27FC236}">
                <a16:creationId xmlns:a16="http://schemas.microsoft.com/office/drawing/2014/main" id="{E296818B-8571-4644-9A13-CB5769FAA135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4" name="PAGE_NUM">
            <a:extLst>
              <a:ext uri="{FF2B5EF4-FFF2-40B4-BE49-F238E27FC236}">
                <a16:creationId xmlns:a16="http://schemas.microsoft.com/office/drawing/2014/main" id="{7EB82001-048D-4C3C-AD0A-570A5EE9A088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E5AE2C43-3766-478E-8C03-23BF808E280B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4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DBBF657-BBC7-E48F-4064-4C8DD55B4143}"/>
              </a:ext>
            </a:extLst>
          </p:cNvPr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7119613-80D7-7087-B468-4843FC179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245" y="1364523"/>
            <a:ext cx="5651103" cy="3764601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86209AB-78A0-369E-8192-2D241AAE6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52" y="1364523"/>
            <a:ext cx="5651102" cy="3770258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3" name="PAGE_MASK">
            <a:extLst>
              <a:ext uri="{FF2B5EF4-FFF2-40B4-BE49-F238E27FC236}">
                <a16:creationId xmlns:a16="http://schemas.microsoft.com/office/drawing/2014/main" id="{80BE07E4-15B5-4594-B121-A890EB2644B9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4" name="PAGE_NUM">
            <a:extLst>
              <a:ext uri="{FF2B5EF4-FFF2-40B4-BE49-F238E27FC236}">
                <a16:creationId xmlns:a16="http://schemas.microsoft.com/office/drawing/2014/main" id="{AA8DB4B5-3989-4F78-8149-22B133AB6926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8E25AE1C-9140-452A-82B2-BC8C1D1179CC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5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Carrousel-TSS/deck/out/photos/0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1146016"/>
            <a:ext cx="10870928" cy="4565968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PAGE_MASK">
            <a:extLst>
              <a:ext uri="{FF2B5EF4-FFF2-40B4-BE49-F238E27FC236}">
                <a16:creationId xmlns:a16="http://schemas.microsoft.com/office/drawing/2014/main" id="{B4E70B20-0758-4144-AF81-ABF11A9BD074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6" name="PAGE_NUM">
            <a:extLst>
              <a:ext uri="{FF2B5EF4-FFF2-40B4-BE49-F238E27FC236}">
                <a16:creationId xmlns:a16="http://schemas.microsoft.com/office/drawing/2014/main" id="{ECBA31E6-4684-40E8-B451-780D038C6DD1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B4B34107-CC80-4CAF-87DB-0C16B136EC74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6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Carrousel-TSS/deck/out/photos/06_0.png"/>
          <p:cNvPicPr>
            <a:picLocks noChangeAspect="1"/>
          </p:cNvPicPr>
          <p:nvPr/>
        </p:nvPicPr>
        <p:blipFill>
          <a:blip r:embed="rId4"/>
          <a:srcRect r="2566" b="1739"/>
          <a:stretch>
            <a:fillRect/>
          </a:stretch>
        </p:blipFill>
        <p:spPr>
          <a:xfrm>
            <a:off x="1460797" y="722003"/>
            <a:ext cx="4294788" cy="5413991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4" name="Image 2" descr="/home/user/Carrousel-TSS/deck/out/photos/06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416" y="722004"/>
            <a:ext cx="4511660" cy="5413991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6" name="PAGE_MASK">
            <a:extLst>
              <a:ext uri="{FF2B5EF4-FFF2-40B4-BE49-F238E27FC236}">
                <a16:creationId xmlns:a16="http://schemas.microsoft.com/office/drawing/2014/main" id="{6FC50C85-6C7D-4402-8A5B-C43AC2CBB6B7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7" name="PAGE_NUM">
            <a:extLst>
              <a:ext uri="{FF2B5EF4-FFF2-40B4-BE49-F238E27FC236}">
                <a16:creationId xmlns:a16="http://schemas.microsoft.com/office/drawing/2014/main" id="{C7957196-9E15-4D9A-9EA6-C1FE51622C8D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FCBC74F7-3698-4BF6-BBF9-8E8DF4699F76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7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457090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16B902-4F4D-3F81-C1F2-D84FD632B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057" y="1055860"/>
            <a:ext cx="6553200" cy="462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2986821" y="233010"/>
            <a:ext cx="8889778" cy="164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Suture ouverte. Stade A-B. Aucune résistance.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pourtant, des vis.</a:t>
            </a: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Pourquoi ?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2815755" y="5512924"/>
            <a:ext cx="6984825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La première idée à laquelle on pourrait tous penser : pas de résistance, donc pas besoin de vis… »</a:t>
            </a:r>
            <a:endParaRPr lang="en-US" sz="1700" dirty="0"/>
          </a:p>
        </p:txBody>
      </p:sp>
      <p:pic>
        <p:nvPicPr>
          <p:cNvPr id="951" name="PAGE_MASK"/>
          <p:cNvPicPr/>
          <p:nvPr/>
        </p:nvPicPr>
        <p:blipFill>
          <a:blip r:embed="rId3"/>
          <a:srcRect l="64583" t="90370" r="30000" b="4074"/>
          <a:stretch>
            <a:fillRect/>
          </a:stretch>
        </p:blipFill>
        <p:spPr>
          <a:xfrm>
            <a:off x="10960100" y="6172200"/>
            <a:ext cx="838200" cy="406400"/>
          </a:xfrm>
          <a:prstGeom prst="rect">
            <a:avLst/>
          </a:prstGeom>
        </p:spPr>
      </p:pic>
      <p:sp>
        <p:nvSpPr>
          <p:cNvPr id="6" name="PAGE_NUM">
            <a:extLst>
              <a:ext uri="{FF2B5EF4-FFF2-40B4-BE49-F238E27FC236}">
                <a16:creationId xmlns:a16="http://schemas.microsoft.com/office/drawing/2014/main" id="{7E5A105D-FE5B-416E-B326-CE056AD39010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F433D2BB-50E0-4BEE-BF4A-32FDB9C33CA1}" type="slidenum">
              <a:rPr lang="fr-BE" sz="1100">
                <a:solidFill>
                  <a:srgbClr val="C9C3BB"/>
                </a:solidFill>
                <a:latin typeface="Inter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402123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8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La réponse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400" y="1057036"/>
            <a:ext cx="10870928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 err="1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Ancrage</a:t>
            </a: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vs résistance.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895328" y="3331782"/>
            <a:ext cx="3026692" cy="238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suture cède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4582403" y="3331782"/>
            <a:ext cx="3026791" cy="238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vrai problème : l'ancrage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8269577" y="3331782"/>
            <a:ext cx="3026791" cy="238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vis ne force pas l'os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95328" y="3659493"/>
            <a:ext cx="3026692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elle est ouverte — elle ne résiste pas.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82403" y="3659493"/>
            <a:ext cx="3026791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dents de lait ne tiennent pas les forces.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69577" y="3659493"/>
            <a:ext cx="3026791" cy="23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remplace un ancrage </a:t>
            </a:r>
            <a:r>
              <a:rPr lang="en-US" sz="1350" dirty="0" err="1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défaillant</a:t>
            </a: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ct val="136000"/>
              </a:lnSpc>
              <a:buNone/>
            </a:pPr>
            <a:endParaRPr lang="en-US" sz="1350" dirty="0">
              <a:solidFill>
                <a:srgbClr val="57534D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ct val="136000"/>
              </a:lnSpc>
              <a:buNone/>
            </a:pPr>
            <a:endParaRPr lang="en-US" sz="1350" dirty="0"/>
          </a:p>
        </p:txBody>
      </p:sp>
      <p:sp>
        <p:nvSpPr>
          <p:cNvPr id="11" name="PAGE_MASK">
            <a:extLst>
              <a:ext uri="{FF2B5EF4-FFF2-40B4-BE49-F238E27FC236}">
                <a16:creationId xmlns:a16="http://schemas.microsoft.com/office/drawing/2014/main" id="{1C1073D9-EC4F-436A-9A13-993249761205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12" name="PAGE_NUM">
            <a:extLst>
              <a:ext uri="{FF2B5EF4-FFF2-40B4-BE49-F238E27FC236}">
                <a16:creationId xmlns:a16="http://schemas.microsoft.com/office/drawing/2014/main" id="{FBE8F0E8-B353-48D1-80B5-D08D45F9DEB0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0A355DC9-5DB0-4E7D-B1AF-5C768F7C1FE3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844973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3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cs typeface="Poppins" pitchFamily="34" charset="-120"/>
              </a:rPr>
              <a:t>Sites </a:t>
            </a:r>
            <a:r>
              <a:rPr lang="en-US" sz="1200" b="1" dirty="0" err="1">
                <a:solidFill>
                  <a:srgbClr val="3A3733"/>
                </a:solidFill>
                <a:latin typeface="Poppins" pitchFamily="34" charset="0"/>
                <a:cs typeface="Poppins" pitchFamily="34" charset="-120"/>
              </a:rPr>
              <a:t>d’insertion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867555"/>
            <a:ext cx="10870928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</a:t>
            </a:r>
            <a:r>
              <a:rPr lang="en-US" sz="1100" b="1" dirty="0" err="1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</a:t>
            </a:r>
            <a:r>
              <a:rPr lang="en-US" sz="11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7 mm</a:t>
            </a:r>
            <a:r>
              <a:rPr lang="en-US" sz="11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suffisent.</a:t>
            </a:r>
            <a:endParaRPr lang="en-US" sz="11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F401EDE-E1EE-D316-E520-B829D07A8B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728" r="19529" b="19369"/>
          <a:stretch>
            <a:fillRect/>
          </a:stretch>
        </p:blipFill>
        <p:spPr>
          <a:xfrm>
            <a:off x="497702" y="1297810"/>
            <a:ext cx="6236966" cy="3144141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A8011A0-FE04-DC81-FE50-AFFFE942B2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3515"/>
          <a:stretch>
            <a:fillRect/>
          </a:stretch>
        </p:blipFill>
        <p:spPr>
          <a:xfrm>
            <a:off x="6948315" y="420217"/>
            <a:ext cx="4582996" cy="2727518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01CE032-6983-C57F-BC50-580468719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315" y="3636424"/>
            <a:ext cx="4582996" cy="2075921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6F557CCF-5EBC-9E73-7354-FF8051D4B1CC}"/>
              </a:ext>
            </a:extLst>
          </p:cNvPr>
          <p:cNvCxnSpPr>
            <a:cxnSpLocks/>
          </p:cNvCxnSpPr>
          <p:nvPr/>
        </p:nvCxnSpPr>
        <p:spPr>
          <a:xfrm flipV="1">
            <a:off x="3706554" y="1746561"/>
            <a:ext cx="4730080" cy="1088189"/>
          </a:xfrm>
          <a:prstGeom prst="straightConnector1">
            <a:avLst/>
          </a:prstGeom>
          <a:ln w="38100" cap="flat" cmpd="sng" algn="ctr">
            <a:solidFill>
              <a:srgbClr val="C3A46E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BC9D659B-F57E-6731-E064-A8B0283AF935}"/>
              </a:ext>
            </a:extLst>
          </p:cNvPr>
          <p:cNvSpPr/>
          <p:nvPr/>
        </p:nvSpPr>
        <p:spPr>
          <a:xfrm rot="20739897">
            <a:off x="3437597" y="3242520"/>
            <a:ext cx="1140782" cy="492191"/>
          </a:xfrm>
          <a:prstGeom prst="ellipse">
            <a:avLst/>
          </a:prstGeom>
          <a:noFill/>
          <a:ln w="38100" cap="flat" cmpd="sng" algn="ctr">
            <a:solidFill>
              <a:srgbClr val="C3A46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3CED43AE-16FF-52E8-CDA5-D41E27ABCAB1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4560620" y="3347392"/>
            <a:ext cx="4641396" cy="1094559"/>
          </a:xfrm>
          <a:prstGeom prst="straightConnector1">
            <a:avLst/>
          </a:prstGeom>
          <a:ln w="38100" cap="flat" cmpd="sng" algn="ctr">
            <a:solidFill>
              <a:srgbClr val="C3A46E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 3">
            <a:extLst>
              <a:ext uri="{FF2B5EF4-FFF2-40B4-BE49-F238E27FC236}">
                <a16:creationId xmlns:a16="http://schemas.microsoft.com/office/drawing/2014/main" id="{A1C2EC26-5356-3DB6-BCF2-20435BBF0512}"/>
              </a:ext>
            </a:extLst>
          </p:cNvPr>
          <p:cNvSpPr txBox="1"/>
          <p:nvPr/>
        </p:nvSpPr>
        <p:spPr>
          <a:xfrm>
            <a:off x="551542" y="4654323"/>
            <a:ext cx="4843083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r>
              <a:rPr lang="en-US" sz="10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r>
              <a:rPr lang="en-US" sz="1000" dirty="0" err="1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 guide, ni</a:t>
            </a:r>
            <a:r>
              <a:rPr lang="en-US" sz="10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ancrage</a:t>
            </a:r>
            <a:r>
              <a:rPr lang="en-US" sz="10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bicortical</a:t>
            </a:r>
            <a:r>
              <a:rPr lang="en-US" sz="10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indispensables à cet âge</a:t>
            </a:r>
            <a:endParaRPr lang="en-US" sz="1000" dirty="0"/>
          </a:p>
        </p:txBody>
      </p:sp>
      <p:sp>
        <p:nvSpPr>
          <p:cNvPr id="5" name="PAGE_MASK">
            <a:extLst>
              <a:ext uri="{FF2B5EF4-FFF2-40B4-BE49-F238E27FC236}">
                <a16:creationId xmlns:a16="http://schemas.microsoft.com/office/drawing/2014/main" id="{1EA4C1D5-C4E5-40B2-8290-9E6564360454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6" name="PAGE_NUM">
            <a:extLst>
              <a:ext uri="{FF2B5EF4-FFF2-40B4-BE49-F238E27FC236}">
                <a16:creationId xmlns:a16="http://schemas.microsoft.com/office/drawing/2014/main" id="{9D5D9234-276E-4563-AD14-2DDF44A0D8A6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E8BFCE65-CB6F-4CEE-835E-BEF584DB3F13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  <p:pic>
        <p:nvPicPr>
          <p:cNvPr id="45" name="Picture 44" descr="wilmes_sodo20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956048"/>
            <a:ext cx="969264" cy="9692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91640" y="5029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A3733"/>
                </a:solidFill>
                <a:latin typeface="Inter"/>
              </a:rPr>
              <a:t>Tarraf &amp; Wilmes</a:t>
            </a:r>
            <a:r>
              <a:rPr b="0" sz="1100">
                <a:solidFill>
                  <a:srgbClr val="6A655C"/>
                </a:solidFill>
                <a:latin typeface="Inter"/>
              </a:rPr>
              <a:t>, Semin Orthod 2024 — CC BY 4.0,</a:t>
            </a:r>
          </a:p>
          <a:p>
            <a:r>
              <a:rPr sz="1100">
                <a:solidFill>
                  <a:srgbClr val="6A655C"/>
                </a:solidFill>
                <a:latin typeface="Inter"/>
              </a:rPr>
              <a:t>avec l'aimable autorisation du Pr Wilmes.</a:t>
            </a:r>
          </a:p>
        </p:txBody>
      </p:sp>
    </p:spTree>
    <p:extLst>
      <p:ext uri="{BB962C8B-B14F-4D97-AF65-F5344CB8AC3E}">
        <p14:creationId xmlns:p14="http://schemas.microsoft.com/office/powerpoint/2010/main" val="416914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09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Le dispositif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742931"/>
            <a:ext cx="10870928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+ 2 </a:t>
            </a:r>
            <a:r>
              <a:rPr lang="en-US" sz="2900" b="1" dirty="0" err="1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vérins</a:t>
            </a: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6438739" y="2414229"/>
            <a:ext cx="3850385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 central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expansion transverse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38739" y="2817544"/>
            <a:ext cx="5040881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</a:t>
            </a:r>
            <a:r>
              <a:rPr lang="en-US" sz="1700" b="1" dirty="0" err="1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vérins</a:t>
            </a: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distalisation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des quadrants I et II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38739" y="3220858"/>
            <a:ext cx="5092573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Ancrage osseux paramédian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 arrière des incisives</a:t>
            </a:r>
            <a:endParaRPr lang="en-US" sz="17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BAE6965-7BDA-3B94-93CE-7CD4DF793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61" y="1635376"/>
            <a:ext cx="5683017" cy="3787465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8" name="PAGE_MASK">
            <a:extLst>
              <a:ext uri="{FF2B5EF4-FFF2-40B4-BE49-F238E27FC236}">
                <a16:creationId xmlns:a16="http://schemas.microsoft.com/office/drawing/2014/main" id="{6ED2967C-9993-4BF8-9C44-993517FCE2C8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10" name="PAGE_NUM">
            <a:extLst>
              <a:ext uri="{FF2B5EF4-FFF2-40B4-BE49-F238E27FC236}">
                <a16:creationId xmlns:a16="http://schemas.microsoft.com/office/drawing/2014/main" id="{A28A0C56-13E6-4C4B-AD32-F91DCA0A5387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8A6812C9-14A0-4CE9-BA9B-7BE8B5D867C7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F509F-73F7-9438-BB30-89CE9BA5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0_bg.png">
            <a:extLst>
              <a:ext uri="{FF2B5EF4-FFF2-40B4-BE49-F238E27FC236}">
                <a16:creationId xmlns:a16="http://schemas.microsoft.com/office/drawing/2014/main" id="{9AF30B1A-BF5F-9BB1-C6D0-4FC22D9ED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24AF42E-B0D4-AD30-0AE2-E67ABDCD2EAF}"/>
              </a:ext>
            </a:extLst>
          </p:cNvPr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076F03-7E00-9FEF-243F-5DFB67930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364" y="773532"/>
            <a:ext cx="2605443" cy="1736407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9D84E4D-4738-9C84-6160-CD41DE59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193" y="756681"/>
            <a:ext cx="2631538" cy="1753258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14A43A-AB30-00C3-6B01-1EF5C9BF6B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589" y="2596067"/>
            <a:ext cx="2618228" cy="1716004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59B6297-DF4B-E4F1-7AA9-A2D4D4F84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941" y="2596067"/>
            <a:ext cx="2625774" cy="1751995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43F8413-9B22-4D7D-8EAB-70F3924A10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2941" y="4446596"/>
            <a:ext cx="2631538" cy="1754358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C775627-E8A5-D9E6-FDDE-0C44CB01BC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3535" y="771865"/>
            <a:ext cx="2605443" cy="1738074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48F0CC2D-3008-CA52-FFFB-45579A222D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1193" y="2602046"/>
            <a:ext cx="2618228" cy="1746016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99D39C0A-2D6B-355D-036C-8C355F2A27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9747" y="4446596"/>
            <a:ext cx="2632070" cy="1754358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79B4212B-7693-227C-8A4B-BA9FFE7461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1193" y="4446597"/>
            <a:ext cx="2631538" cy="1754876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PAGE_MASK">
            <a:extLst>
              <a:ext uri="{FF2B5EF4-FFF2-40B4-BE49-F238E27FC236}">
                <a16:creationId xmlns:a16="http://schemas.microsoft.com/office/drawing/2014/main" id="{DD1D919A-776F-4C25-ABDE-A7359053E85C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5" name="PAGE_NUM">
            <a:extLst>
              <a:ext uri="{FF2B5EF4-FFF2-40B4-BE49-F238E27FC236}">
                <a16:creationId xmlns:a16="http://schemas.microsoft.com/office/drawing/2014/main" id="{4A927764-BB70-40EA-BBA3-5B7D641ED3BA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DDB32370-6446-4127-B513-7F1BE509A833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189170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0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267F2C7-7A8A-4E42-5DFE-ABE36EC7E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694" y="870822"/>
            <a:ext cx="2660955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987FBC6-498B-DED0-BD52-787562072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694" y="2734439"/>
            <a:ext cx="2660096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0A87241-3D91-6EEA-C9E2-CC27DB9CA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19" y="4620438"/>
            <a:ext cx="2659200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288E2A7-899C-FD6C-4959-73E6C82BA8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639" y="4596418"/>
            <a:ext cx="2658384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76659FA-68B3-673F-D371-A8E4BB1EA8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7523" y="2745630"/>
            <a:ext cx="2657475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C240DFC-12AC-92C9-7001-5474724156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5639" y="2734439"/>
            <a:ext cx="2660911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E2C469A-59E3-E684-A14B-A116BCA4ED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4694" y="4598056"/>
            <a:ext cx="2669905" cy="1778755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C27BA1E-133C-8767-C7F9-9FCE74BDA7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5798" y="870822"/>
            <a:ext cx="2659200" cy="17728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D52EB487-2D26-CF66-0FC4-2C81C5949BC4}"/>
              </a:ext>
            </a:extLst>
          </p:cNvPr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A3A5644-AA03-0A91-14A3-27AF514694D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1" r="-63"/>
          <a:stretch>
            <a:fillRect/>
          </a:stretch>
        </p:blipFill>
        <p:spPr>
          <a:xfrm>
            <a:off x="7965639" y="870822"/>
            <a:ext cx="2602483" cy="1778817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3" name="PAGE_MASK">
            <a:extLst>
              <a:ext uri="{FF2B5EF4-FFF2-40B4-BE49-F238E27FC236}">
                <a16:creationId xmlns:a16="http://schemas.microsoft.com/office/drawing/2014/main" id="{3EC754FE-B404-4513-BE07-B7778B35B525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4" name="PAGE_NUM">
            <a:extLst>
              <a:ext uri="{FF2B5EF4-FFF2-40B4-BE49-F238E27FC236}">
                <a16:creationId xmlns:a16="http://schemas.microsoft.com/office/drawing/2014/main" id="{65B1334F-E374-4C80-9161-6D8FA992D104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77F13FBF-1BFF-402E-B216-36DCE52730B9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52B2B-2CCF-D589-1A94-2963BAD3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3_bg.png">
            <a:extLst>
              <a:ext uri="{FF2B5EF4-FFF2-40B4-BE49-F238E27FC236}">
                <a16:creationId xmlns:a16="http://schemas.microsoft.com/office/drawing/2014/main" id="{595E1D0F-73E0-1405-E4E4-DB8210B6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43107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E0B721C-F338-871B-8ADF-30284D4DB986}"/>
              </a:ext>
            </a:extLst>
          </p:cNvPr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Conseils &amp; protocole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1F79FA-DF27-AD21-0FED-14DC64BDFC3F}"/>
              </a:ext>
            </a:extLst>
          </p:cNvPr>
          <p:cNvSpPr txBox="1"/>
          <p:nvPr/>
        </p:nvSpPr>
        <p:spPr>
          <a:xfrm>
            <a:off x="660383" y="1159776"/>
            <a:ext cx="10870928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</a:t>
            </a:r>
            <a:r>
              <a:rPr lang="en-US" sz="2900" b="1" dirty="0" err="1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 : 7</a:t>
            </a: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mm</a:t>
            </a: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suffisent.</a:t>
            </a:r>
            <a:endParaRPr lang="en-US" sz="2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BFC1D2-7963-B1EA-99A9-86C2FE69415B}"/>
              </a:ext>
            </a:extLst>
          </p:cNvPr>
          <p:cNvSpPr txBox="1"/>
          <p:nvPr/>
        </p:nvSpPr>
        <p:spPr>
          <a:xfrm>
            <a:off x="660383" y="5816455"/>
            <a:ext cx="10870928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7 mm, dans ma pratique » — expérience clinique, pas un seuil publié.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664F2E-D711-9A19-5DE0-FAD7230D4591}"/>
              </a:ext>
            </a:extLst>
          </p:cNvPr>
          <p:cNvSpPr txBox="1"/>
          <p:nvPr/>
        </p:nvSpPr>
        <p:spPr>
          <a:xfrm>
            <a:off x="909825" y="2530989"/>
            <a:ext cx="4843083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ni guide ni bicortical nécessaires à cet âge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5485BD-7863-5E4A-D3C7-D45FFAEF8722}"/>
              </a:ext>
            </a:extLst>
          </p:cNvPr>
          <p:cNvSpPr txBox="1"/>
          <p:nvPr/>
        </p:nvSpPr>
        <p:spPr>
          <a:xfrm>
            <a:off x="909825" y="2960233"/>
            <a:ext cx="5318447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mm d'ancrage osseux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faible résistance suturale</a:t>
            </a:r>
            <a:endParaRPr lang="en-US" sz="17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D6E9846-D5E5-76CF-4E3B-431EFBACAB0C}"/>
              </a:ext>
            </a:extLst>
          </p:cNvPr>
          <p:cNvSpPr txBox="1"/>
          <p:nvPr/>
        </p:nvSpPr>
        <p:spPr>
          <a:xfrm>
            <a:off x="909825" y="3784816"/>
            <a:ext cx="5991308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Vigilance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bascule · rotation disto-palatine · dimension verticale</a:t>
            </a:r>
            <a:endParaRPr lang="en-US" sz="1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2566CF3-3919-9D4F-25CD-1F90601996D6}"/>
              </a:ext>
            </a:extLst>
          </p:cNvPr>
          <p:cNvSpPr txBox="1"/>
          <p:nvPr/>
        </p:nvSpPr>
        <p:spPr>
          <a:xfrm>
            <a:off x="909825" y="3389477"/>
            <a:ext cx="7475050" cy="27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charge (expansion + distalisation)</a:t>
            </a: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stabilité primaire critique</a:t>
            </a:r>
            <a:endParaRPr lang="en-US" sz="1700" dirty="0"/>
          </a:p>
        </p:txBody>
      </p:sp>
      <p:sp>
        <p:nvSpPr>
          <p:cNvPr id="10" name="PAGE_MASK">
            <a:extLst>
              <a:ext uri="{FF2B5EF4-FFF2-40B4-BE49-F238E27FC236}">
                <a16:creationId xmlns:a16="http://schemas.microsoft.com/office/drawing/2014/main" id="{460123D1-4199-4537-9EE2-FD80B86988F6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11" name="PAGE_NUM">
            <a:extLst>
              <a:ext uri="{FF2B5EF4-FFF2-40B4-BE49-F238E27FC236}">
                <a16:creationId xmlns:a16="http://schemas.microsoft.com/office/drawing/2014/main" id="{28F98ED3-58CC-41E0-8929-7826BE853744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08B9A8D3-7122-4D37-B5A3-FA9B0871F9E3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863903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1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</a:t>
            </a:r>
            <a:endParaRPr lang="en-US" sz="1200" dirty="0"/>
          </a:p>
        </p:txBody>
      </p:sp>
      <p:sp>
        <p:nvSpPr>
          <p:cNvPr id="4" name="PAGE_MASK">
            <a:extLst>
              <a:ext uri="{FF2B5EF4-FFF2-40B4-BE49-F238E27FC236}">
                <a16:creationId xmlns:a16="http://schemas.microsoft.com/office/drawing/2014/main" id="{1554BD44-86AE-449F-B9D5-D16F2437CB86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5" name="PAGE_NUM">
            <a:extLst>
              <a:ext uri="{FF2B5EF4-FFF2-40B4-BE49-F238E27FC236}">
                <a16:creationId xmlns:a16="http://schemas.microsoft.com/office/drawing/2014/main" id="{54471A4D-EEE8-412B-8AEB-BE79FBAEA591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50CE80E6-9622-4F09-9964-97A45C67F9B4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  <p:sp>
        <p:nvSpPr>
          <p:cNvPr id="6" name="CARD_MASK">
            <a:extLst>
              <a:ext uri="{FF2B5EF4-FFF2-40B4-BE49-F238E27FC236}">
                <a16:creationId xmlns:a16="http://schemas.microsoft.com/office/drawing/2014/main" id="{1C0DAE49-FB51-4993-8434-98274B9704E9}"/>
              </a:ext>
            </a:extLst>
          </p:cNvPr>
          <p:cNvSpPr/>
          <p:nvPr/>
        </p:nvSpPr>
        <p:spPr>
          <a:xfrm>
            <a:off x="330200" y="914400"/>
            <a:ext cx="11531600" cy="5232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pic>
        <p:nvPicPr>
          <p:cNvPr id="10" name="Mathys_pose_vis_Benefit_FINAL_powerpoint">
            <a:hlinkClick r:id="" action="ppaction://media"/>
            <a:extLst>
              <a:ext uri="{FF2B5EF4-FFF2-40B4-BE49-F238E27FC236}">
                <a16:creationId xmlns:a16="http://schemas.microsoft.com/office/drawing/2014/main" id="{D2C7976D-C8C5-5FFB-1361-5FB37F854E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 rot="16200000">
            <a:off x="3256723" y="-1341922"/>
            <a:ext cx="5499111" cy="9681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20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1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</a:t>
            </a:r>
            <a:endParaRPr lang="en-US" sz="1200" dirty="0"/>
          </a:p>
        </p:txBody>
      </p:sp>
      <p:sp>
        <p:nvSpPr>
          <p:cNvPr id="5" name="PAGE_MASK">
            <a:extLst>
              <a:ext uri="{FF2B5EF4-FFF2-40B4-BE49-F238E27FC236}">
                <a16:creationId xmlns:a16="http://schemas.microsoft.com/office/drawing/2014/main" id="{1F9AF1D7-5C45-4C98-B214-9E579872A676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6" name="PAGE_NUM">
            <a:extLst>
              <a:ext uri="{FF2B5EF4-FFF2-40B4-BE49-F238E27FC236}">
                <a16:creationId xmlns:a16="http://schemas.microsoft.com/office/drawing/2014/main" id="{7743183E-636E-4DA1-82DD-70407421D276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44D35E28-B473-4423-910D-45C6E60A2ABD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  <p:sp>
        <p:nvSpPr>
          <p:cNvPr id="7" name="CARD_MASK">
            <a:extLst>
              <a:ext uri="{FF2B5EF4-FFF2-40B4-BE49-F238E27FC236}">
                <a16:creationId xmlns:a16="http://schemas.microsoft.com/office/drawing/2014/main" id="{6875CBD2-EF52-4BD1-8AAC-DC4446C3A17D}"/>
              </a:ext>
            </a:extLst>
          </p:cNvPr>
          <p:cNvSpPr/>
          <p:nvPr/>
        </p:nvSpPr>
        <p:spPr>
          <a:xfrm>
            <a:off x="330200" y="914400"/>
            <a:ext cx="11531600" cy="5232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pic>
        <p:nvPicPr>
          <p:cNvPr id="4" name="Mathys_temoignage_patient">
            <a:hlinkClick r:id="" action="ppaction://media"/>
            <a:extLst>
              <a:ext uri="{FF2B5EF4-FFF2-40B4-BE49-F238E27FC236}">
                <a16:creationId xmlns:a16="http://schemas.microsoft.com/office/drawing/2014/main" id="{A596AA75-0277-0DEE-8ABF-7E8C87149E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91395" y="186776"/>
            <a:ext cx="3666259" cy="645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4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4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53" name="PAGE_MASK"/>
          <p:cNvPicPr/>
          <p:nvPr/>
        </p:nvPicPr>
        <p:blipFill>
          <a:blip r:embed="rId4"/>
          <a:srcRect l="43512" t="79208" r="47848" b="8796"/>
          <a:stretch>
            <a:fillRect/>
          </a:stretch>
        </p:blipFill>
        <p:spPr>
          <a:xfrm>
            <a:off x="11341100" y="6388100"/>
            <a:ext cx="838200" cy="381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838200" y="-546896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L'ancrage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bicortical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indispensable à 12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ans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?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0"/>
          <p:cNvSpPr txBox="1"/>
          <p:nvPr/>
        </p:nvSpPr>
        <p:spPr>
          <a:xfrm>
            <a:off x="838200" y="3902075"/>
            <a:ext cx="539591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Participation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0" name="Straight Connector 2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_NUM">
            <a:extLst>
              <a:ext uri="{FF2B5EF4-FFF2-40B4-BE49-F238E27FC236}">
                <a16:creationId xmlns:a16="http://schemas.microsoft.com/office/drawing/2014/main" id="{D368382F-D140-488D-89B2-DA5DA263321E}"/>
              </a:ext>
            </a:extLst>
          </p:cNvPr>
          <p:cNvSpPr txBox="1"/>
          <p:nvPr/>
        </p:nvSpPr>
        <p:spPr>
          <a:xfrm>
            <a:off x="11315700" y="64643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64274282-2A32-43B9-B2C3-1AD416447E93}" type="slidenum">
              <a:rPr lang="fr-BE" sz="1100">
                <a:solidFill>
                  <a:srgbClr val="C9C3BB"/>
                </a:solidFill>
                <a:latin typeface="Inter"/>
              </a:rPr>
              <a:t>1</a:t>
            </a:fld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E13433-7073-1757-36CB-C9A2D085B2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-12745" t="7275" r="18631" b="38914"/>
          <a:stretch>
            <a:fillRect/>
          </a:stretch>
        </p:blipFill>
        <p:spPr>
          <a:xfrm>
            <a:off x="4985180" y="0"/>
            <a:ext cx="13401745" cy="68580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2448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4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870928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Ce que ça change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799509"/>
            <a:ext cx="10870928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r>
              <a:rPr lang="en-US" sz="24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r>
              <a:rPr lang="en-US" sz="24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					 Pour </a:t>
            </a:r>
            <a:r>
              <a:rPr lang="en-US" sz="24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r>
              <a:rPr lang="en-US" sz="24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933427" y="1571387"/>
            <a:ext cx="4781430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 patient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76838" y="1571387"/>
            <a:ext cx="4781430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l'orthodontiste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56393" y="1762782"/>
            <a:ext cx="4781550" cy="386080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Traité </a:t>
            </a: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bon moment</a:t>
            </a: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sans compensation dentaire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156393" y="2155212"/>
            <a:ext cx="4781550" cy="633730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aborde l'adolescence avec une bouche fonctionnelle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6393" y="2756279"/>
            <a:ext cx="4781550" cy="633730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respire et dort mieux — au moment où le regard des autres compte le plus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699924" y="1744329"/>
            <a:ext cx="4781550" cy="633730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ancrage fiable même quand la denture ne suit pas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699924" y="2374702"/>
            <a:ext cx="4781550" cy="386080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geste simple : 7 mm, T-zone, pas de guide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674044" y="2762282"/>
            <a:ext cx="4781550" cy="633730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Reproductible — on repense la fenêtre d'intervention</a:t>
            </a:r>
            <a:endParaRPr lang="en-US" sz="1450" dirty="0"/>
          </a:p>
        </p:txBody>
      </p:sp>
      <p:sp>
        <p:nvSpPr>
          <p:cNvPr id="13" name="PAGE_MASK">
            <a:extLst>
              <a:ext uri="{FF2B5EF4-FFF2-40B4-BE49-F238E27FC236}">
                <a16:creationId xmlns:a16="http://schemas.microsoft.com/office/drawing/2014/main" id="{1411B3FB-129B-41D6-9F1F-41F520A1CCD2}"/>
              </a:ext>
            </a:extLst>
          </p:cNvPr>
          <p:cNvSpPr/>
          <p:nvPr/>
        </p:nvSpPr>
        <p:spPr>
          <a:xfrm>
            <a:off x="10960100" y="6172200"/>
            <a:ext cx="838200" cy="406400"/>
          </a:xfrm>
          <a:prstGeom prst="rect">
            <a:avLst/>
          </a:prstGeom>
          <a:solidFill>
            <a:srgbClr val="FAF6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BE"/>
          </a:p>
        </p:txBody>
      </p:sp>
      <p:sp>
        <p:nvSpPr>
          <p:cNvPr id="14" name="PAGE_NUM">
            <a:extLst>
              <a:ext uri="{FF2B5EF4-FFF2-40B4-BE49-F238E27FC236}">
                <a16:creationId xmlns:a16="http://schemas.microsoft.com/office/drawing/2014/main" id="{0EDAA583-1A4D-4C25-B10C-616EDE5909FE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2037B0C9-A709-40D4-B83B-63EA8834A6E7}" type="slidenum">
              <a:rPr lang="fr-BE" sz="1100">
                <a:solidFill>
                  <a:srgbClr val="8C8780"/>
                </a:solidFill>
                <a:latin typeface="Inter"/>
              </a:rPr>
              <a:t>1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15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383" y="1479322"/>
            <a:ext cx="736600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leçon</a:t>
            </a:r>
            <a:endParaRPr lang="en-US" sz="13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73B4A6E-DA25-D1F1-4D76-8303DAA1A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17" y="2114894"/>
            <a:ext cx="3810000" cy="2540000"/>
          </a:xfrm>
          <a:prstGeom prst="roundRect">
            <a:avLst>
              <a:gd name="adj" fmla="val 4500"/>
            </a:avLst>
          </a:prstGeom>
          <a:ln w="19050" cap="flat">
            <a:solidFill>
              <a:srgbClr val="BDB4A3"/>
            </a:solidFill>
          </a:ln>
          <a:effectLst>
            <a:outerShdw blurRad="50800" dist="1905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60383" y="2279990"/>
            <a:ext cx="7366000" cy="165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l'adulte, la vis </a:t>
            </a:r>
            <a:r>
              <a:rPr lang="en-US" sz="3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vainc l'os</a:t>
            </a: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</a:t>
            </a:r>
            <a:r>
              <a:rPr lang="en-US" sz="3000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l'enfant</a:t>
            </a: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elle </a:t>
            </a:r>
            <a:r>
              <a:rPr lang="en-US" sz="3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ancre</a:t>
            </a: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4146049"/>
            <a:ext cx="7366000" cy="412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Même outil, deux missions.</a:t>
            </a:r>
            <a:endParaRPr lang="en-US" sz="2200" dirty="0"/>
          </a:p>
        </p:txBody>
      </p:sp>
      <p:pic>
        <p:nvPicPr>
          <p:cNvPr id="952" name="PAGE_MASK"/>
          <p:cNvPicPr/>
          <p:nvPr/>
        </p:nvPicPr>
        <p:blipFill>
          <a:blip r:embed="rId3"/>
          <a:srcRect l="64583" t="90370" r="30000" b="4074"/>
          <a:stretch>
            <a:fillRect/>
          </a:stretch>
        </p:blipFill>
        <p:spPr>
          <a:xfrm>
            <a:off x="10960100" y="6172200"/>
            <a:ext cx="838200" cy="406400"/>
          </a:xfrm>
          <a:prstGeom prst="rect">
            <a:avLst/>
          </a:prstGeom>
        </p:spPr>
      </p:pic>
      <p:sp>
        <p:nvSpPr>
          <p:cNvPr id="6" name="PAGE_NUM">
            <a:extLst>
              <a:ext uri="{FF2B5EF4-FFF2-40B4-BE49-F238E27FC236}">
                <a16:creationId xmlns:a16="http://schemas.microsoft.com/office/drawing/2014/main" id="{3CD7BE07-8471-4E23-97E9-EA92BA94E839}"/>
              </a:ext>
            </a:extLst>
          </p:cNvPr>
          <p:cNvSpPr txBox="1"/>
          <p:nvPr/>
        </p:nvSpPr>
        <p:spPr>
          <a:xfrm>
            <a:off x="10960100" y="6248400"/>
            <a:ext cx="7874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fld id="{90366E5A-4E16-4E71-B749-FE2B9F34057B}" type="slidenum">
              <a:rPr lang="fr-BE" sz="1100">
                <a:solidFill>
                  <a:srgbClr val="C9C3BB"/>
                </a:solidFill>
                <a:latin typeface="Inter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13371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648021-261C-4D27-AEE3-F464D0F470E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6378762-16ef-499d-8475-608a4eb5db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1924</Words>
  <Application>Microsoft Office PowerPoint</Application>
  <PresentationFormat>Grand écran</PresentationFormat>
  <Paragraphs>113</Paragraphs>
  <Slides>18</Slides>
  <Notes>18</Notes>
  <HiddenSlides>0</HiddenSlides>
  <MMClips>2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Inter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Smile Space — Cas 1 · Mathys</dc:title>
  <dc:subject>PptxGenJS Presentation</dc:subject>
  <dc:creator>PptxGenJS</dc:creator>
  <cp:lastModifiedBy>Linos Tsague</cp:lastModifiedBy>
  <cp:revision>4</cp:revision>
  <dcterms:created xsi:type="dcterms:W3CDTF">2026-09-05T11:09:15Z</dcterms:created>
  <dcterms:modified xsi:type="dcterms:W3CDTF">2026-09-05T20:54:59Z</dcterms:modified>
</cp:coreProperties>
</file>