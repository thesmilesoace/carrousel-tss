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os Tsague" userId="a73c678b-71a2-4012-808b-15a477686bb0" providerId="ADAL" clId="{3C493BA8-B876-495B-AF8A-B835B062FB1C}"/>
    <pc:docChg chg="custSel modSld">
      <pc:chgData name="Linos Tsague" userId="a73c678b-71a2-4012-808b-15a477686bb0" providerId="ADAL" clId="{3C493BA8-B876-495B-AF8A-B835B062FB1C}" dt="2026-09-06T19:53:49.438" v="79" actId="1076"/>
      <pc:docMkLst>
        <pc:docMk/>
      </pc:docMkLst>
      <pc:sldChg chg="modSp mod">
        <pc:chgData name="Linos Tsague" userId="a73c678b-71a2-4012-808b-15a477686bb0" providerId="ADAL" clId="{3C493BA8-B876-495B-AF8A-B835B062FB1C}" dt="2026-09-06T19:53:49.438" v="79" actId="1076"/>
        <pc:sldMkLst>
          <pc:docMk/>
          <pc:sldMk cId="0" sldId="256"/>
        </pc:sldMkLst>
        <pc:picChg chg="mod">
          <ac:chgData name="Linos Tsague" userId="a73c678b-71a2-4012-808b-15a477686bb0" providerId="ADAL" clId="{3C493BA8-B876-495B-AF8A-B835B062FB1C}" dt="2026-09-06T19:53:49.438" v="79" actId="1076"/>
          <ac:picMkLst>
            <pc:docMk/>
            <pc:sldMk cId="0" sldId="256"/>
            <ac:picMk id="12" creationId="{00000000-0000-0000-0000-000000000000}"/>
          </ac:picMkLst>
        </pc:picChg>
      </pc:sldChg>
      <pc:sldChg chg="addSp delSp modSp mod">
        <pc:chgData name="Linos Tsague" userId="a73c678b-71a2-4012-808b-15a477686bb0" providerId="ADAL" clId="{3C493BA8-B876-495B-AF8A-B835B062FB1C}" dt="2026-09-06T11:45:09.752" v="41" actId="1076"/>
        <pc:sldMkLst>
          <pc:docMk/>
          <pc:sldMk cId="0" sldId="257"/>
        </pc:sldMkLst>
        <pc:picChg chg="del">
          <ac:chgData name="Linos Tsague" userId="a73c678b-71a2-4012-808b-15a477686bb0" providerId="ADAL" clId="{3C493BA8-B876-495B-AF8A-B835B062FB1C}" dt="2026-09-06T11:16:59.420" v="1" actId="478"/>
          <ac:picMkLst>
            <pc:docMk/>
            <pc:sldMk cId="0" sldId="257"/>
            <ac:picMk id="2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6:59.420" v="1" actId="478"/>
          <ac:picMkLst>
            <pc:docMk/>
            <pc:sldMk cId="0" sldId="257"/>
            <ac:picMk id="3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7:03.997" v="2" actId="478"/>
          <ac:picMkLst>
            <pc:docMk/>
            <pc:sldMk cId="0" sldId="257"/>
            <ac:picMk id="4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7:03.997" v="2" actId="478"/>
          <ac:picMkLst>
            <pc:docMk/>
            <pc:sldMk cId="0" sldId="257"/>
            <ac:picMk id="5" creationId="{00000000-0000-0000-0000-000000000000}"/>
          </ac:picMkLst>
        </pc:picChg>
        <pc:picChg chg="add del mod">
          <ac:chgData name="Linos Tsague" userId="a73c678b-71a2-4012-808b-15a477686bb0" providerId="ADAL" clId="{3C493BA8-B876-495B-AF8A-B835B062FB1C}" dt="2026-09-06T11:43:42.376" v="19" actId="478"/>
          <ac:picMkLst>
            <pc:docMk/>
            <pc:sldMk cId="0" sldId="257"/>
            <ac:picMk id="12" creationId="{97741372-AAB5-C1D9-7F72-BE309689084D}"/>
          </ac:picMkLst>
        </pc:picChg>
        <pc:picChg chg="add del mod">
          <ac:chgData name="Linos Tsague" userId="a73c678b-71a2-4012-808b-15a477686bb0" providerId="ADAL" clId="{3C493BA8-B876-495B-AF8A-B835B062FB1C}" dt="2026-09-06T11:43:42.376" v="19" actId="478"/>
          <ac:picMkLst>
            <pc:docMk/>
            <pc:sldMk cId="0" sldId="257"/>
            <ac:picMk id="14" creationId="{C1C709FA-5C71-4008-85DC-F477FB7A9DEA}"/>
          </ac:picMkLst>
        </pc:picChg>
        <pc:picChg chg="add del mod">
          <ac:chgData name="Linos Tsague" userId="a73c678b-71a2-4012-808b-15a477686bb0" providerId="ADAL" clId="{3C493BA8-B876-495B-AF8A-B835B062FB1C}" dt="2026-09-06T11:43:42.376" v="19" actId="478"/>
          <ac:picMkLst>
            <pc:docMk/>
            <pc:sldMk cId="0" sldId="257"/>
            <ac:picMk id="16" creationId="{21E0B09E-EA75-3BC5-E757-FC0E16B385A1}"/>
          </ac:picMkLst>
        </pc:picChg>
        <pc:picChg chg="add del mod">
          <ac:chgData name="Linos Tsague" userId="a73c678b-71a2-4012-808b-15a477686bb0" providerId="ADAL" clId="{3C493BA8-B876-495B-AF8A-B835B062FB1C}" dt="2026-09-06T11:43:42.376" v="19" actId="478"/>
          <ac:picMkLst>
            <pc:docMk/>
            <pc:sldMk cId="0" sldId="257"/>
            <ac:picMk id="18" creationId="{7257B72A-B0D4-4F8C-0C5A-FA81731F61B6}"/>
          </ac:picMkLst>
        </pc:picChg>
        <pc:picChg chg="add mod">
          <ac:chgData name="Linos Tsague" userId="a73c678b-71a2-4012-808b-15a477686bb0" providerId="ADAL" clId="{3C493BA8-B876-495B-AF8A-B835B062FB1C}" dt="2026-09-06T11:45:00.058" v="37" actId="1076"/>
          <ac:picMkLst>
            <pc:docMk/>
            <pc:sldMk cId="0" sldId="257"/>
            <ac:picMk id="20" creationId="{2B951067-60FD-E369-9246-80808863BBAD}"/>
          </ac:picMkLst>
        </pc:picChg>
        <pc:picChg chg="add mod">
          <ac:chgData name="Linos Tsague" userId="a73c678b-71a2-4012-808b-15a477686bb0" providerId="ADAL" clId="{3C493BA8-B876-495B-AF8A-B835B062FB1C}" dt="2026-09-06T11:45:03.811" v="39" actId="1076"/>
          <ac:picMkLst>
            <pc:docMk/>
            <pc:sldMk cId="0" sldId="257"/>
            <ac:picMk id="22" creationId="{A7BFDE98-9493-2ABD-95E2-20ADA6E8C7A0}"/>
          </ac:picMkLst>
        </pc:picChg>
        <pc:picChg chg="add mod">
          <ac:chgData name="Linos Tsague" userId="a73c678b-71a2-4012-808b-15a477686bb0" providerId="ADAL" clId="{3C493BA8-B876-495B-AF8A-B835B062FB1C}" dt="2026-09-06T11:45:06.163" v="40" actId="1076"/>
          <ac:picMkLst>
            <pc:docMk/>
            <pc:sldMk cId="0" sldId="257"/>
            <ac:picMk id="24" creationId="{82546D60-FE5B-CC89-00CB-28D0324D486B}"/>
          </ac:picMkLst>
        </pc:picChg>
        <pc:picChg chg="add mod">
          <ac:chgData name="Linos Tsague" userId="a73c678b-71a2-4012-808b-15a477686bb0" providerId="ADAL" clId="{3C493BA8-B876-495B-AF8A-B835B062FB1C}" dt="2026-09-06T11:45:09.752" v="41" actId="1076"/>
          <ac:picMkLst>
            <pc:docMk/>
            <pc:sldMk cId="0" sldId="257"/>
            <ac:picMk id="27" creationId="{77F1EEF7-0AA4-8DE8-5D58-BCDA43C30BFB}"/>
          </ac:picMkLst>
        </pc:picChg>
      </pc:sldChg>
      <pc:sldChg chg="addSp delSp modSp mod">
        <pc:chgData name="Linos Tsague" userId="a73c678b-71a2-4012-808b-15a477686bb0" providerId="ADAL" clId="{3C493BA8-B876-495B-AF8A-B835B062FB1C}" dt="2026-09-06T11:48:37.266" v="54" actId="1076"/>
        <pc:sldMkLst>
          <pc:docMk/>
          <pc:sldMk cId="0" sldId="258"/>
        </pc:sldMkLst>
        <pc:picChg chg="del">
          <ac:chgData name="Linos Tsague" userId="a73c678b-71a2-4012-808b-15a477686bb0" providerId="ADAL" clId="{3C493BA8-B876-495B-AF8A-B835B062FB1C}" dt="2026-09-06T11:18:44.235" v="18" actId="478"/>
          <ac:picMkLst>
            <pc:docMk/>
            <pc:sldMk cId="0" sldId="258"/>
            <ac:picMk id="2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8:44.235" v="18" actId="478"/>
          <ac:picMkLst>
            <pc:docMk/>
            <pc:sldMk cId="0" sldId="258"/>
            <ac:picMk id="3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8:44.235" v="18" actId="478"/>
          <ac:picMkLst>
            <pc:docMk/>
            <pc:sldMk cId="0" sldId="258"/>
            <ac:picMk id="4" creationId="{00000000-0000-0000-0000-000000000000}"/>
          </ac:picMkLst>
        </pc:picChg>
        <pc:picChg chg="add del mod">
          <ac:chgData name="Linos Tsague" userId="a73c678b-71a2-4012-808b-15a477686bb0" providerId="ADAL" clId="{3C493BA8-B876-495B-AF8A-B835B062FB1C}" dt="2026-09-06T11:48:22.560" v="50" actId="478"/>
          <ac:picMkLst>
            <pc:docMk/>
            <pc:sldMk cId="0" sldId="258"/>
            <ac:picMk id="11" creationId="{33C49486-AB05-4D3F-C1F7-D75E14C1ECCD}"/>
          </ac:picMkLst>
        </pc:picChg>
        <pc:picChg chg="add mod">
          <ac:chgData name="Linos Tsague" userId="a73c678b-71a2-4012-808b-15a477686bb0" providerId="ADAL" clId="{3C493BA8-B876-495B-AF8A-B835B062FB1C}" dt="2026-09-06T11:48:33.618" v="53" actId="1076"/>
          <ac:picMkLst>
            <pc:docMk/>
            <pc:sldMk cId="0" sldId="258"/>
            <ac:picMk id="13" creationId="{B1B92EA5-044D-048A-6A04-4632B1F37CAF}"/>
          </ac:picMkLst>
        </pc:picChg>
        <pc:picChg chg="add mod">
          <ac:chgData name="Linos Tsague" userId="a73c678b-71a2-4012-808b-15a477686bb0" providerId="ADAL" clId="{3C493BA8-B876-495B-AF8A-B835B062FB1C}" dt="2026-09-06T11:48:37.266" v="54" actId="1076"/>
          <ac:picMkLst>
            <pc:docMk/>
            <pc:sldMk cId="0" sldId="258"/>
            <ac:picMk id="15" creationId="{4D34EF60-E5DA-5797-C310-43322A925BE6}"/>
          </ac:picMkLst>
        </pc:picChg>
        <pc:picChg chg="add mod">
          <ac:chgData name="Linos Tsague" userId="a73c678b-71a2-4012-808b-15a477686bb0" providerId="ADAL" clId="{3C493BA8-B876-495B-AF8A-B835B062FB1C}" dt="2026-09-06T11:47:52.445" v="46" actId="1076"/>
          <ac:picMkLst>
            <pc:docMk/>
            <pc:sldMk cId="0" sldId="258"/>
            <ac:picMk id="17" creationId="{3EE434C5-FC10-523E-243D-5E13015E231D}"/>
          </ac:picMkLst>
        </pc:picChg>
      </pc:sldChg>
      <pc:sldChg chg="addSp delSp modSp mod">
        <pc:chgData name="Linos Tsague" userId="a73c678b-71a2-4012-808b-15a477686bb0" providerId="ADAL" clId="{3C493BA8-B876-495B-AF8A-B835B062FB1C}" dt="2026-09-06T11:50:01.588" v="64" actId="1076"/>
        <pc:sldMkLst>
          <pc:docMk/>
          <pc:sldMk cId="0" sldId="259"/>
        </pc:sldMkLst>
        <pc:picChg chg="del">
          <ac:chgData name="Linos Tsague" userId="a73c678b-71a2-4012-808b-15a477686bb0" providerId="ADAL" clId="{3C493BA8-B876-495B-AF8A-B835B062FB1C}" dt="2026-09-06T11:49:00.798" v="55" actId="478"/>
          <ac:picMkLst>
            <pc:docMk/>
            <pc:sldMk cId="0" sldId="259"/>
            <ac:picMk id="2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49:00.798" v="55" actId="478"/>
          <ac:picMkLst>
            <pc:docMk/>
            <pc:sldMk cId="0" sldId="259"/>
            <ac:picMk id="3" creationId="{00000000-0000-0000-0000-000000000000}"/>
          </ac:picMkLst>
        </pc:picChg>
        <pc:picChg chg="add mod">
          <ac:chgData name="Linos Tsague" userId="a73c678b-71a2-4012-808b-15a477686bb0" providerId="ADAL" clId="{3C493BA8-B876-495B-AF8A-B835B062FB1C}" dt="2026-09-06T11:50:01.588" v="64" actId="1076"/>
          <ac:picMkLst>
            <pc:docMk/>
            <pc:sldMk cId="0" sldId="259"/>
            <ac:picMk id="10" creationId="{0F1B71F8-296F-0800-89E0-5E2567B776E4}"/>
          </ac:picMkLst>
        </pc:picChg>
        <pc:picChg chg="add mod">
          <ac:chgData name="Linos Tsague" userId="a73c678b-71a2-4012-808b-15a477686bb0" providerId="ADAL" clId="{3C493BA8-B876-495B-AF8A-B835B062FB1C}" dt="2026-09-06T11:49:49.261" v="63" actId="14100"/>
          <ac:picMkLst>
            <pc:docMk/>
            <pc:sldMk cId="0" sldId="259"/>
            <ac:picMk id="12" creationId="{8B8044E7-55ED-D23B-2435-62062BB826A7}"/>
          </ac:picMkLst>
        </pc:picChg>
      </pc:sldChg>
      <pc:sldChg chg="modSp mod">
        <pc:chgData name="Linos Tsague" userId="a73c678b-71a2-4012-808b-15a477686bb0" providerId="ADAL" clId="{3C493BA8-B876-495B-AF8A-B835B062FB1C}" dt="2026-09-06T11:51:37.288" v="71" actId="1076"/>
        <pc:sldMkLst>
          <pc:docMk/>
          <pc:sldMk cId="0" sldId="262"/>
        </pc:sldMkLst>
        <pc:spChg chg="mod">
          <ac:chgData name="Linos Tsague" userId="a73c678b-71a2-4012-808b-15a477686bb0" providerId="ADAL" clId="{3C493BA8-B876-495B-AF8A-B835B062FB1C}" dt="2026-09-06T11:51:37.288" v="71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0:56.033" v="67" actId="1076"/>
          <ac:spMkLst>
            <pc:docMk/>
            <pc:sldMk cId="0" sldId="262"/>
            <ac:spMk id="5" creationId="{00000000-0000-0000-0000-000000000000}"/>
          </ac:spMkLst>
        </pc:spChg>
      </pc:sldChg>
      <pc:sldChg chg="modSp mod">
        <pc:chgData name="Linos Tsague" userId="a73c678b-71a2-4012-808b-15a477686bb0" providerId="ADAL" clId="{3C493BA8-B876-495B-AF8A-B835B062FB1C}" dt="2026-09-06T11:51:23.951" v="70" actId="1076"/>
        <pc:sldMkLst>
          <pc:docMk/>
          <pc:sldMk cId="0" sldId="263"/>
        </pc:sldMkLst>
        <pc:spChg chg="mod">
          <ac:chgData name="Linos Tsague" userId="a73c678b-71a2-4012-808b-15a477686bb0" providerId="ADAL" clId="{3C493BA8-B876-495B-AF8A-B835B062FB1C}" dt="2026-09-06T11:51:23.951" v="70" actId="1076"/>
          <ac:spMkLst>
            <pc:docMk/>
            <pc:sldMk cId="0" sldId="263"/>
            <ac:spMk id="3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1:16.930" v="69" actId="1076"/>
          <ac:spMkLst>
            <pc:docMk/>
            <pc:sldMk cId="0" sldId="263"/>
            <ac:spMk id="5" creationId="{00000000-0000-0000-0000-000000000000}"/>
          </ac:spMkLst>
        </pc:spChg>
      </pc:sldChg>
      <pc:sldChg chg="addSp modSp mod">
        <pc:chgData name="Linos Tsague" userId="a73c678b-71a2-4012-808b-15a477686bb0" providerId="ADAL" clId="{3C493BA8-B876-495B-AF8A-B835B062FB1C}" dt="2026-09-06T11:54:54.048" v="75" actId="1076"/>
        <pc:sldMkLst>
          <pc:docMk/>
          <pc:sldMk cId="0" sldId="264"/>
        </pc:sldMkLst>
        <pc:spChg chg="mod">
          <ac:chgData name="Linos Tsague" userId="a73c678b-71a2-4012-808b-15a477686bb0" providerId="ADAL" clId="{3C493BA8-B876-495B-AF8A-B835B062FB1C}" dt="2026-09-06T11:54:48.829" v="7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4:48.829" v="7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4:48.829" v="74" actId="1076"/>
          <ac:spMkLst>
            <pc:docMk/>
            <pc:sldMk cId="0" sldId="264"/>
            <ac:spMk id="11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4:48.829" v="74" actId="1076"/>
          <ac:spMkLst>
            <pc:docMk/>
            <pc:sldMk cId="0" sldId="264"/>
            <ac:spMk id="12" creationId="{00000000-0000-0000-0000-000000000000}"/>
          </ac:spMkLst>
        </pc:spChg>
        <pc:picChg chg="add mod">
          <ac:chgData name="Linos Tsague" userId="a73c678b-71a2-4012-808b-15a477686bb0" providerId="ADAL" clId="{3C493BA8-B876-495B-AF8A-B835B062FB1C}" dt="2026-09-06T11:54:54.048" v="75" actId="1076"/>
          <ac:picMkLst>
            <pc:docMk/>
            <pc:sldMk cId="0" sldId="264"/>
            <ac:picMk id="19" creationId="{A32D64E8-0F89-6C36-41D3-B7A5BC5B2F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0751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Deuxième patient. Antoine, 15 ans et demi. On monte d'un cran : ici, quelque chose commence à changer. (Énergie : intrigué)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motif, l'histoire d'Antoine, les 3 avis reçus. Raconter, pas décrire.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 intra — latéral D / face / latéral G.] Classe II, rapports transverses.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maxillaire / mandibulaire.] Forme d'arcade, déficit transverse.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[Panoramique.] Bilan général, dents de sagesse.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 II squelettique, profil convexe, croissance quasi finie.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confirme le plan idéal (expansion chirurgicale + avancée chirurgicale) ; la maman refuse tout ; j'assume mon doute sur la 2e chirurgie.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Laisser la salle se positionner avant de révéler.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Herbst sur arcs aurait pris trop de temps à 16 ans ; l'ouverture du maxillaire libère les ATM et réduit déjà la Classe II. « J'avais tout prévu.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Je pensais avoir tout prévu… mais il y avait des petits caractères que je n'avais pas lus. » Puis la copine, le complexe, 6 semaines, la maman qui craque à 3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 sagittale et transverse, réponse de croissance ; « Tout le monde peut finir le cas » ; j'assume avoir capté/orienté une croissance résiduelle (pas créée).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Armature retirée sans toucher aux vis → empreinte → labo → repose ; c'est le TAD-first qui rend ça possible ; les vérins n'ont jamais servi.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 lentement, avec une pause entre les deux colonnes.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Coupure de voix avant ; fait le pont avec Mathys.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96536" y="6292693"/>
            <a:ext cx="572875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96536" y="6292693"/>
            <a:ext cx="572875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.jpg"/><Relationship Id="rId6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0383" y="1699178"/>
            <a:ext cx="6908627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Smile Space · Cas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2086518"/>
            <a:ext cx="6908627" cy="933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Antoine</a:t>
            </a:r>
            <a:endParaRPr lang="en-US" sz="75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3185041"/>
            <a:ext cx="6908627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14-18 ans · 15,5 ans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3635879"/>
            <a:ext cx="6908627" cy="284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Motif —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dents pas droites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4047329"/>
            <a:ext cx="69086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Classe II · déficit transverse · troubles du sommeil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60383" y="4434670"/>
            <a:ext cx="6908627" cy="292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Les vis polyvalentes »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9" name="Image 0" descr="/home/user/Carrousel-TSS/assets/logo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275135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11" name="Text 8"/>
          <p:cNvSpPr/>
          <p:nvPr/>
        </p:nvSpPr>
        <p:spPr>
          <a:xfrm>
            <a:off x="10275135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pic>
        <p:nvPicPr>
          <p:cNvPr id="12" name="Image 1" descr="/home/user/Carrousel-TSS/assets/carrousels/antoine/exo/face_sourire_cut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8007" y="375094"/>
            <a:ext cx="4442006" cy="5694053"/>
          </a:xfrm>
          <a:prstGeom prst="rect">
            <a:avLst/>
          </a:prstGeom>
          <a:effectLst>
            <a:outerShdw blurRad="177800" dist="76200" dir="5400000" algn="bl" rotWithShape="0">
              <a:srgbClr val="000000">
                <a:alpha val="4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5674" y="6292693"/>
            <a:ext cx="463737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7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8" name="Image 4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2"/>
          <p:cNvSpPr/>
          <p:nvPr/>
        </p:nvSpPr>
        <p:spPr>
          <a:xfrm>
            <a:off x="1024011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10" name="Text 3"/>
          <p:cNvSpPr/>
          <p:nvPr/>
        </p:nvSpPr>
        <p:spPr>
          <a:xfrm>
            <a:off x="1024011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0651" y="6292693"/>
            <a:ext cx="498760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2B951067-60FD-E369-9246-80808863BB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98" y="1319010"/>
            <a:ext cx="2730862" cy="409629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A7BFDE98-9493-2ABD-95E2-20ADA6E8C7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7291" y="1319010"/>
            <a:ext cx="2730862" cy="4097387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82546D60-FE5B-CC89-00CB-28D0324D48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849" y="1317917"/>
            <a:ext cx="2732369" cy="4097386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77F1EEF7-0AA4-8DE8-5D58-BCDA43C30B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1914" y="1317916"/>
            <a:ext cx="2732362" cy="40973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6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7" name="Image 3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1023604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9" name="Text 3"/>
          <p:cNvSpPr/>
          <p:nvPr/>
        </p:nvSpPr>
        <p:spPr>
          <a:xfrm>
            <a:off x="1023604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6583" y="6292693"/>
            <a:ext cx="50282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B1B92EA5-044D-048A-6A04-4632B1F37C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088927"/>
            <a:ext cx="3809433" cy="253701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4D34EF60-E5DA-5797-C310-43322A925B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3727" y="2106433"/>
            <a:ext cx="3804239" cy="253701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3EE434C5-FC10-523E-243D-5E13015E23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5151" y="2088928"/>
            <a:ext cx="3808250" cy="25370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6" name="Image 2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225824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8" name="Text 3"/>
          <p:cNvSpPr/>
          <p:nvPr/>
        </p:nvSpPr>
        <p:spPr>
          <a:xfrm>
            <a:off x="10225824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56363" y="6292693"/>
            <a:ext cx="513047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F1B71F8-296F-0800-89E0-5E2567B77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1657" y="1415144"/>
            <a:ext cx="5380453" cy="352117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8B8044E7-55ED-D23B-2435-62062BB82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003" y="1415144"/>
            <a:ext cx="5278158" cy="35211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_antoine/photos/05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1196045"/>
            <a:ext cx="10870928" cy="4599085"/>
          </a:xfrm>
          <a:prstGeom prst="rect">
            <a:avLst/>
          </a:prstGeom>
          <a:effectLst>
            <a:outerShdw blurRad="114300" dist="50800" dir="5400000" algn="bl" rotWithShape="0">
              <a:srgbClr val="2B2926">
                <a:alpha val="16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5" name="Image 1" descr="/home/user/Carrousel-TSS/assets/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228602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7" name="Text 3"/>
          <p:cNvSpPr/>
          <p:nvPr/>
        </p:nvSpPr>
        <p:spPr>
          <a:xfrm>
            <a:off x="10228602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59141" y="6292693"/>
            <a:ext cx="510269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_antoine/photos/06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235" y="1269175"/>
            <a:ext cx="3720764" cy="4712376"/>
          </a:xfrm>
          <a:prstGeom prst="rect">
            <a:avLst/>
          </a:prstGeom>
          <a:effectLst>
            <a:outerShdw blurRad="114300" dist="50800" dir="5400000" algn="bl" rotWithShape="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_antoine/photos/06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4925" y="1269175"/>
            <a:ext cx="3844307" cy="4712376"/>
          </a:xfrm>
          <a:prstGeom prst="rect">
            <a:avLst/>
          </a:prstGeom>
          <a:effectLst>
            <a:outerShdw blurRad="114300" dist="50800" dir="5400000" algn="bl" rotWithShape="0">
              <a:srgbClr val="2B2926">
                <a:alpha val="16000"/>
              </a:srgbClr>
            </a:outerShdw>
          </a:effectLst>
        </p:spPr>
      </p:pic>
      <p:sp>
        <p:nvSpPr>
          <p:cNvPr id="4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660383" y="704832"/>
            <a:ext cx="7670608" cy="2722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6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Maturation vertébrale — CVS 3-4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7" name="Image 2" descr="/home/user/Carrousel-TSS/assets/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229197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9" name="Text 4"/>
          <p:cNvSpPr/>
          <p:nvPr/>
        </p:nvSpPr>
        <p:spPr>
          <a:xfrm>
            <a:off x="10229197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59737" y="6292693"/>
            <a:ext cx="50967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0383" y="444489"/>
            <a:ext cx="2141682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plan &amp; mon doute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79432" y="2331866"/>
            <a:ext cx="8889778" cy="109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orthodontistes · 2 chirurgies ·</a:t>
            </a:r>
            <a:endParaRPr lang="en-US" sz="40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maman refuse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60383" y="5692335"/>
            <a:ext cx="38099" cy="289215"/>
          </a:xfrm>
          <a:prstGeom prst="rect">
            <a:avLst/>
          </a:prstGeom>
          <a:solidFill>
            <a:srgbClr val="C3A46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5" name="Text 3"/>
          <p:cNvSpPr txBox="1"/>
          <p:nvPr/>
        </p:nvSpPr>
        <p:spPr>
          <a:xfrm>
            <a:off x="736583" y="5423254"/>
            <a:ext cx="7035624" cy="289215"/>
          </a:xfrm>
          <a:prstGeom prst="rect">
            <a:avLst/>
          </a:prstGeom>
          <a:noFill/>
          <a:ln/>
        </p:spPr>
        <p:txBody>
          <a:bodyPr wrap="non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« Pour la 1re, j'étais convaincu. La 2e… j'avais un doute. 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7" name="Image 0" descr="/home/user/Carrousel-TSS/assets/logo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244477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9" name="Text 6"/>
          <p:cNvSpPr/>
          <p:nvPr/>
        </p:nvSpPr>
        <p:spPr>
          <a:xfrm>
            <a:off x="10244477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5016" y="6292693"/>
            <a:ext cx="494395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0383" y="444489"/>
            <a:ext cx="1275921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question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1872063"/>
            <a:ext cx="8889778" cy="1645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Vous êtes à ma place.</a:t>
            </a:r>
            <a:endParaRPr lang="en-US" sz="40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Qu'auriez-vous proposé</a:t>
            </a: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à la maman de ce garçon ?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60383" y="5403120"/>
            <a:ext cx="38099" cy="578431"/>
          </a:xfrm>
          <a:prstGeom prst="rect">
            <a:avLst/>
          </a:prstGeom>
          <a:solidFill>
            <a:srgbClr val="C3A46E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5" name="Text 3"/>
          <p:cNvSpPr txBox="1"/>
          <p:nvPr/>
        </p:nvSpPr>
        <p:spPr>
          <a:xfrm>
            <a:off x="839997" y="5113904"/>
            <a:ext cx="6984825" cy="578431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CVS 3-4 · presque 16 ans · Classe II · sommeil — 3 confrères → 2 chirurgies, la maman → 0.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7" name="Image 0" descr="/home/user/Carrousel-TSS/assets/logo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22880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9" name="Text 6"/>
          <p:cNvSpPr/>
          <p:nvPr/>
        </p:nvSpPr>
        <p:spPr>
          <a:xfrm>
            <a:off x="1022880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59340" y="6292693"/>
            <a:ext cx="510071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67293" y="4036316"/>
            <a:ext cx="5832825" cy="577836"/>
          </a:xfrm>
          <a:prstGeom prst="roundRect">
            <a:avLst>
              <a:gd name="adj" fmla="val 19780"/>
            </a:avLst>
          </a:prstGeom>
          <a:solidFill>
            <a:srgbClr val="3A3733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3" name="Shape 1"/>
          <p:cNvSpPr/>
          <p:nvPr/>
        </p:nvSpPr>
        <p:spPr>
          <a:xfrm>
            <a:off x="660383" y="1323743"/>
            <a:ext cx="4352915" cy="4657807"/>
          </a:xfrm>
          <a:prstGeom prst="roundRect">
            <a:avLst>
              <a:gd name="adj" fmla="val 2918"/>
            </a:avLst>
          </a:prstGeom>
          <a:solidFill>
            <a:srgbClr val="EFE7DC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7" name="Text 5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Ma réponse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Prendre le problème </a:t>
            </a: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l'envers</a:t>
            </a:r>
            <a:endParaRPr lang="en-US" sz="2900" dirty="0"/>
          </a:p>
        </p:txBody>
      </p:sp>
      <p:sp>
        <p:nvSpPr>
          <p:cNvPr id="9" name="Text 7"/>
          <p:cNvSpPr txBox="1"/>
          <p:nvPr/>
        </p:nvSpPr>
        <p:spPr>
          <a:xfrm>
            <a:off x="6078272" y="2813325"/>
            <a:ext cx="4690251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</a:rPr>
              <a:t>▪  </a:t>
            </a: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MARPE sur vis + vérins de distalisation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la sécurité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078272" y="3155919"/>
            <a:ext cx="4701065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</a:rPr>
              <a:t>▪  </a:t>
            </a: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Armature inférieure d'emblée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prête pour le Herbst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078272" y="3498513"/>
            <a:ext cx="3620600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</a:rPr>
              <a:t>▪  </a:t>
            </a: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Ajout en haut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on complète le montage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811579" y="4006202"/>
            <a:ext cx="5832825" cy="577836"/>
          </a:xfrm>
          <a:prstGeom prst="rect">
            <a:avLst/>
          </a:prstGeom>
          <a:noFill/>
          <a:ln/>
        </p:spPr>
        <p:txBody>
          <a:bodyPr wrap="square" lIns="165100" tIns="215900" rIns="21590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L'idée —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 seul ancrage osseux, plusieurs plans possibles.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994247" y="3547875"/>
            <a:ext cx="1735888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Photo — dispositif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15" name="Image 0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0231579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17" name="Text 14"/>
          <p:cNvSpPr/>
          <p:nvPr/>
        </p:nvSpPr>
        <p:spPr>
          <a:xfrm>
            <a:off x="10231579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2118" y="6292693"/>
            <a:ext cx="507293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32D64E8-0F89-6C36-41D3-B7A5BC5B2F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83" y="1971466"/>
            <a:ext cx="5065776" cy="3377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83" y="3624073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3" name="Shape 1"/>
          <p:cNvSpPr/>
          <p:nvPr/>
        </p:nvSpPr>
        <p:spPr>
          <a:xfrm>
            <a:off x="6235544" y="3624073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  <p:txBody>
          <a:bodyPr/>
          <a:lstStyle/>
          <a:p>
            <a:endParaRPr lang="fr-BE"/>
          </a:p>
        </p:txBody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Les petits caractères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 que je </a:t>
            </a: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n'avais pas prévu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2324439" y="3624073"/>
            <a:ext cx="2018456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 + Herbst en bouche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18222" y="3624073"/>
            <a:ext cx="2581210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Photo / vidéo — témoignage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9" name="Image 0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168477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11" name="Text 8"/>
          <p:cNvSpPr/>
          <p:nvPr/>
        </p:nvSpPr>
        <p:spPr>
          <a:xfrm>
            <a:off x="10168477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99016" y="6292693"/>
            <a:ext cx="57039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_antoine/photos/11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188" y="1425341"/>
            <a:ext cx="3376858" cy="4276817"/>
          </a:xfrm>
          <a:prstGeom prst="rect">
            <a:avLst/>
          </a:prstGeom>
          <a:effectLst>
            <a:outerShdw blurRad="114300" dist="50800" dir="5400000" algn="bl" rotWithShape="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_antoine/photos/11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2679" y="1425341"/>
            <a:ext cx="3368799" cy="4276817"/>
          </a:xfrm>
          <a:prstGeom prst="rect">
            <a:avLst/>
          </a:prstGeom>
          <a:effectLst>
            <a:outerShdw blurRad="114300" dist="50800" dir="5400000" algn="bl" rotWithShape="0">
              <a:srgbClr val="2B2926">
                <a:alpha val="16000"/>
              </a:srgbClr>
            </a:outerShdw>
          </a:effectLst>
        </p:spPr>
      </p:pic>
      <p:sp>
        <p:nvSpPr>
          <p:cNvPr id="4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Le résultat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Avant / </a:t>
            </a: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après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660383" y="5816455"/>
            <a:ext cx="10921727" cy="165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Classe II → quasi Classe III · croissance mandibulaire · vérins jamais utilisés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8" name="Image 2" descr="/home/user/Carrousel-TSS/assets/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0215406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10" name="Text 5"/>
          <p:cNvSpPr/>
          <p:nvPr/>
        </p:nvSpPr>
        <p:spPr>
          <a:xfrm>
            <a:off x="10215406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5946" y="6292693"/>
            <a:ext cx="523465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83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blurRad="127000" dist="63500" dir="5400000" algn="bl" rotWithShape="0">
              <a:srgbClr val="2B2926">
                <a:alpha val="10000"/>
              </a:srgbClr>
            </a:outerShdw>
          </a:effectLst>
        </p:spPr>
        <p:txBody>
          <a:bodyPr/>
          <a:lstStyle/>
          <a:p>
            <a:endParaRPr lang="fr-BE"/>
          </a:p>
        </p:txBody>
      </p:sp>
      <p:sp>
        <p:nvSpPr>
          <p:cNvPr id="3" name="Shape 1"/>
          <p:cNvSpPr/>
          <p:nvPr/>
        </p:nvSpPr>
        <p:spPr>
          <a:xfrm>
            <a:off x="6203795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blurRad="127000" dist="63500" dir="5400000" algn="bl" rotWithShape="0">
              <a:srgbClr val="2B2926">
                <a:alpha val="10000"/>
              </a:srgbClr>
            </a:outerShdw>
          </a:effectLst>
        </p:spPr>
        <p:txBody>
          <a:bodyPr/>
          <a:lstStyle/>
          <a:p>
            <a:endParaRPr lang="fr-BE"/>
          </a:p>
        </p:txBody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TAD-first vs TAD-last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Changer de plan </a:t>
            </a: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sans redémarrer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933427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TAD-first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76838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TAD-last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3427" y="1933328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L'ancrage osseux </a:t>
            </a: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d'abord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le reste s'y adapte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933427" y="231977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Armature retirée sans toucher aux vis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3427" y="2706223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Empreinte → labo → repose : on change de cap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76838" y="1933328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L'ancrage </a:t>
            </a: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dernier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le plan est figé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476838" y="231977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Changer de plan = souvent redémarrer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476838" y="2706223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Moins d'options quand l'imprévu survient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21" name="Image 0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1018038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23" name="Text 20"/>
          <p:cNvSpPr/>
          <p:nvPr/>
        </p:nvSpPr>
        <p:spPr>
          <a:xfrm>
            <a:off x="1018038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0922" y="6292693"/>
            <a:ext cx="55848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83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blurRad="127000" dist="63500" dir="5400000" algn="bl" rotWithShape="0">
              <a:srgbClr val="2B2926">
                <a:alpha val="10000"/>
              </a:srgbClr>
            </a:outerShdw>
          </a:effectLst>
        </p:spPr>
        <p:txBody>
          <a:bodyPr/>
          <a:lstStyle/>
          <a:p>
            <a:endParaRPr lang="fr-BE"/>
          </a:p>
        </p:txBody>
      </p:sp>
      <p:sp>
        <p:nvSpPr>
          <p:cNvPr id="3" name="Shape 1"/>
          <p:cNvSpPr/>
          <p:nvPr/>
        </p:nvSpPr>
        <p:spPr>
          <a:xfrm>
            <a:off x="6203795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blurRad="127000" dist="63500" dir="5400000" algn="bl" rotWithShape="0">
              <a:srgbClr val="2B2926">
                <a:alpha val="10000"/>
              </a:srgbClr>
            </a:outerShdw>
          </a:effectLst>
        </p:spPr>
        <p:txBody>
          <a:bodyPr/>
          <a:lstStyle/>
          <a:p>
            <a:endParaRPr lang="fr-BE"/>
          </a:p>
        </p:txBody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Ce que ça change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</a:t>
            </a: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lui</a:t>
            </a: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Pour </a:t>
            </a: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nous</a:t>
            </a: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933427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lui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76838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nous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3427" y="1933328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</a:rPr>
              <a:t>▪  </a:t>
            </a: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chirurgies évitées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933427" y="231977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garde son visage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3427" y="2706223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Respiration et sommeil corrigés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76838" y="1933328"/>
            <a:ext cx="4781430" cy="633198"/>
          </a:xfrm>
          <a:prstGeom prst="rect">
            <a:avLst/>
          </a:prstGeom>
          <a:noFill/>
          <a:ln/>
        </p:spPr>
        <p:txBody>
          <a:bodyPr wrap="squar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seul ancrage, deux plans, changement de cap sans redémarrer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476838" y="256652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 b="1">
                <a:solidFill>
                  <a:srgbClr val="C3A46E"/>
                </a:solidFill>
              </a:rPr>
              <a:t>▪  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clé chez l'ado dont la croissance est incertaine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19" name="Image 0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0176216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21" name="Text 18"/>
          <p:cNvSpPr/>
          <p:nvPr/>
        </p:nvSpPr>
        <p:spPr>
          <a:xfrm>
            <a:off x="10176216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6755" y="6292693"/>
            <a:ext cx="562655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0383" y="1935908"/>
            <a:ext cx="10921727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chute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2348648"/>
            <a:ext cx="9524762" cy="110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1, la vis </a:t>
            </a:r>
            <a:r>
              <a:rPr lang="en-US" sz="38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ancrait</a:t>
            </a: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8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Ici, elle est </a:t>
            </a:r>
            <a:r>
              <a:rPr lang="en-US" sz="38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polyvalente</a:t>
            </a: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3664652"/>
            <a:ext cx="10870928" cy="825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même ancrage osseux, deux plans, sans redémarrer.</a:t>
            </a:r>
            <a:endParaRPr lang="en-US" sz="22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clé chez l'ado, Classe II comme Classe III.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6" name="Image 0" descr="/home/user/Carrousel-TSS/assets/logo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165997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8" name="Text 5"/>
          <p:cNvSpPr/>
          <p:nvPr/>
        </p:nvSpPr>
        <p:spPr>
          <a:xfrm>
            <a:off x="10165997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96536" y="6292693"/>
            <a:ext cx="572875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686</Words>
  <Application>Microsoft Office PowerPoint</Application>
  <PresentationFormat>Grand écran</PresentationFormat>
  <Paragraphs>114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Inter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2 · Antoine</dc:title>
  <dc:subject>PptxGenJS Presentation</dc:subject>
  <dc:creator>PptxGenJS</dc:creator>
  <cp:lastModifiedBy>Linos Tsague</cp:lastModifiedBy>
  <cp:revision>1</cp:revision>
  <dcterms:created xsi:type="dcterms:W3CDTF">2026-09-05T21:44:07Z</dcterms:created>
  <dcterms:modified xsi:type="dcterms:W3CDTF">2026-09-06T19:53:59Z</dcterms:modified>
</cp:coreProperties>
</file>